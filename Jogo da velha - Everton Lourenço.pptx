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liens and Cow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Garet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6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7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8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1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20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28616" y="6383673"/>
            <a:ext cx="29028710" cy="4028160"/>
            <a:chOff x="0" y="0"/>
            <a:chExt cx="38704947" cy="5370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899363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798727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-2955777" y="6350467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04926" y="2068767"/>
            <a:ext cx="6571689" cy="427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7"/>
              </a:lnSpc>
            </a:pPr>
            <a:r>
              <a:rPr lang="en-US" sz="18318" spc="-3370">
                <a:solidFill>
                  <a:srgbClr val="81B673"/>
                </a:solidFill>
                <a:latin typeface="Aliens and Cow"/>
                <a:ea typeface="Aliens and Cow"/>
                <a:cs typeface="Aliens and Cow"/>
                <a:sym typeface="Aliens and Cow"/>
              </a:rPr>
              <a:t>Jogo da</a:t>
            </a:r>
          </a:p>
          <a:p>
            <a:pPr algn="l">
              <a:lnSpc>
                <a:spcPts val="15387"/>
              </a:lnSpc>
            </a:pPr>
            <a:r>
              <a:rPr lang="en-US" sz="18318" spc="-3370">
                <a:solidFill>
                  <a:srgbClr val="81B673"/>
                </a:solidFill>
                <a:latin typeface="Aliens and Cow"/>
                <a:ea typeface="Aliens and Cow"/>
                <a:cs typeface="Aliens and Cow"/>
                <a:sym typeface="Aliens and Cow"/>
              </a:rPr>
              <a:t>velha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67115" y="1782455"/>
            <a:ext cx="5292797" cy="5286181"/>
          </a:xfrm>
          <a:custGeom>
            <a:avLst/>
            <a:gdLst/>
            <a:ahLst/>
            <a:cxnLst/>
            <a:rect r="r" b="b" t="t" l="l"/>
            <a:pathLst>
              <a:path h="5286181" w="5292797">
                <a:moveTo>
                  <a:pt x="0" y="0"/>
                </a:moveTo>
                <a:lnTo>
                  <a:pt x="5292797" y="0"/>
                </a:lnTo>
                <a:lnTo>
                  <a:pt x="5292797" y="5286181"/>
                </a:lnTo>
                <a:lnTo>
                  <a:pt x="0" y="5286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34968" y="6431298"/>
            <a:ext cx="11824944" cy="160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30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Engenharia de software</a:t>
            </a:r>
          </a:p>
          <a:p>
            <a:pPr algn="l">
              <a:lnSpc>
                <a:spcPts val="3184"/>
              </a:lnSpc>
            </a:pPr>
            <a:r>
              <a:rPr lang="en-US" sz="30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Prof. ARTUR HENRIQUE KRONBAUER</a:t>
            </a:r>
          </a:p>
          <a:p>
            <a:pPr algn="l">
              <a:lnSpc>
                <a:spcPts val="3184"/>
              </a:lnSpc>
            </a:pPr>
            <a:r>
              <a:rPr lang="en-US" sz="30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Componente: Everton Lourenço da Silva</a:t>
            </a:r>
          </a:p>
          <a:p>
            <a:pPr algn="l">
              <a:lnSpc>
                <a:spcPts val="3184"/>
              </a:lnSpc>
            </a:pPr>
            <a:r>
              <a:rPr lang="en-US" sz="30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Turma: ESW-NOT-PIT-1S-T2 (noturno)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759436" y="-97052"/>
            <a:ext cx="11402987" cy="10334137"/>
            <a:chOff x="0" y="0"/>
            <a:chExt cx="15203983" cy="13778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5259" r="0" b="5259"/>
            <a:stretch>
              <a:fillRect/>
            </a:stretch>
          </p:blipFill>
          <p:spPr>
            <a:xfrm flipH="false" flipV="false">
              <a:off x="0" y="0"/>
              <a:ext cx="15203983" cy="13778850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0662601" y="4664044"/>
            <a:ext cx="7432602" cy="159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296" indent="-311648" lvl="1">
              <a:lnSpc>
                <a:spcPts val="4330"/>
              </a:lnSpc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Importando o scanner</a:t>
            </a:r>
          </a:p>
          <a:p>
            <a:pPr algn="l" marL="623296" indent="-311648" lvl="1">
              <a:lnSpc>
                <a:spcPts val="43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Inicializa a função “iniciarJogo()” dentro do “main”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2062" y="1940141"/>
            <a:ext cx="3613168" cy="1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59"/>
              </a:lnSpc>
              <a:spcBef>
                <a:spcPct val="0"/>
              </a:spcBef>
            </a:pPr>
            <a:r>
              <a:rPr lang="en-US" sz="8299" spc="-1527">
                <a:solidFill>
                  <a:srgbClr val="81B673"/>
                </a:solidFill>
                <a:latin typeface="Aliens and Cow"/>
                <a:ea typeface="Aliens and Cow"/>
                <a:cs typeface="Aliens and Cow"/>
                <a:sym typeface="Aliens and Cow"/>
              </a:rPr>
              <a:t>COMO FUNCIONA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47675" y="-19050"/>
            <a:ext cx="16262109" cy="9496736"/>
            <a:chOff x="0" y="0"/>
            <a:chExt cx="21682812" cy="1266231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1724" r="0" b="1724"/>
            <a:stretch>
              <a:fillRect/>
            </a:stretch>
          </p:blipFill>
          <p:spPr>
            <a:xfrm flipH="false" flipV="false">
              <a:off x="0" y="0"/>
              <a:ext cx="21682812" cy="12662314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7442196" y="3246250"/>
            <a:ext cx="8179361" cy="357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919" indent="-342959" lvl="1">
              <a:lnSpc>
                <a:spcPts val="4765"/>
              </a:lnSpc>
              <a:buFont typeface="Arial"/>
              <a:buChar char="•"/>
            </a:pPr>
            <a:r>
              <a:rPr lang="en-US" b="true" sz="317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Inicia a matriz 3x3 com as opções de jogada</a:t>
            </a:r>
          </a:p>
          <a:p>
            <a:pPr algn="l" marL="685919" indent="-342959" lvl="1">
              <a:lnSpc>
                <a:spcPts val="4765"/>
              </a:lnSpc>
              <a:buFont typeface="Arial"/>
              <a:buChar char="•"/>
            </a:pPr>
            <a:r>
              <a:rPr lang="en-US" b="true" sz="317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Inicia as variáveis que controlam o jogo</a:t>
            </a:r>
          </a:p>
          <a:p>
            <a:pPr algn="l" marL="685919" indent="-342959" lvl="1">
              <a:lnSpc>
                <a:spcPts val="476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7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Mostra o jogo utilizando uma função “mostrarJogo()”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28930" y="-97052"/>
            <a:ext cx="15735364" cy="11637883"/>
            <a:chOff x="0" y="0"/>
            <a:chExt cx="20980485" cy="15517177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1532" r="0" b="1532"/>
            <a:stretch>
              <a:fillRect/>
            </a:stretch>
          </p:blipFill>
          <p:spPr>
            <a:xfrm flipH="false" flipV="false">
              <a:off x="0" y="0"/>
              <a:ext cx="20980485" cy="155171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111587" y="-1871305"/>
            <a:ext cx="19803424" cy="11195341"/>
            <a:chOff x="0" y="0"/>
            <a:chExt cx="26404566" cy="14927121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2987" r="0" b="2987"/>
            <a:stretch>
              <a:fillRect/>
            </a:stretch>
          </p:blipFill>
          <p:spPr>
            <a:xfrm flipH="false" flipV="false">
              <a:off x="0" y="0"/>
              <a:ext cx="26404566" cy="14927121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0" y="9258300"/>
            <a:ext cx="19702881" cy="17232253"/>
          </a:xfrm>
          <a:custGeom>
            <a:avLst/>
            <a:gdLst/>
            <a:ahLst/>
            <a:cxnLst/>
            <a:rect r="r" b="b" t="t" l="l"/>
            <a:pathLst>
              <a:path h="17232253" w="19702881">
                <a:moveTo>
                  <a:pt x="0" y="0"/>
                </a:moveTo>
                <a:lnTo>
                  <a:pt x="19702881" y="0"/>
                </a:lnTo>
                <a:lnTo>
                  <a:pt x="19702881" y="17232253"/>
                </a:lnTo>
                <a:lnTo>
                  <a:pt x="0" y="1723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130" t="0" r="-3305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60533" y="542001"/>
            <a:ext cx="7731305" cy="281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345" indent="-324172" lvl="1">
              <a:lnSpc>
                <a:spcPts val="4504"/>
              </a:lnSpc>
              <a:buFont typeface="Arial"/>
              <a:buChar char="•"/>
            </a:pPr>
            <a:r>
              <a:rPr lang="en-US" b="true" sz="300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Pede o input para o jogador</a:t>
            </a:r>
          </a:p>
          <a:p>
            <a:pPr algn="l" marL="648345" indent="-324172" lvl="1">
              <a:lnSpc>
                <a:spcPts val="4504"/>
              </a:lnSpc>
              <a:buFont typeface="Arial"/>
              <a:buChar char="•"/>
            </a:pPr>
            <a:r>
              <a:rPr lang="en-US" b="true" sz="300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Inicia dois laços for para percorrer toda a matriz</a:t>
            </a:r>
          </a:p>
          <a:p>
            <a:pPr algn="l" marL="648345" indent="-324172" lvl="1">
              <a:lnSpc>
                <a:spcPts val="45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 a escolha do jogador existir na matriz, entra no “if”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142950" y="-17500280"/>
            <a:ext cx="19702881" cy="18128006"/>
          </a:xfrm>
          <a:custGeom>
            <a:avLst/>
            <a:gdLst/>
            <a:ahLst/>
            <a:cxnLst/>
            <a:rect r="r" b="b" t="t" l="l"/>
            <a:pathLst>
              <a:path h="18128006" w="19702881">
                <a:moveTo>
                  <a:pt x="0" y="0"/>
                </a:moveTo>
                <a:lnTo>
                  <a:pt x="19702880" y="0"/>
                </a:lnTo>
                <a:lnTo>
                  <a:pt x="19702880" y="18128006"/>
                </a:lnTo>
                <a:lnTo>
                  <a:pt x="0" y="18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504" t="0" r="-3736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05033" y="-852337"/>
            <a:ext cx="19702881" cy="17232253"/>
          </a:xfrm>
          <a:custGeom>
            <a:avLst/>
            <a:gdLst/>
            <a:ahLst/>
            <a:cxnLst/>
            <a:rect r="r" b="b" t="t" l="l"/>
            <a:pathLst>
              <a:path h="17232253" w="19702881">
                <a:moveTo>
                  <a:pt x="0" y="0"/>
                </a:moveTo>
                <a:lnTo>
                  <a:pt x="19702881" y="0"/>
                </a:lnTo>
                <a:lnTo>
                  <a:pt x="19702881" y="17232253"/>
                </a:lnTo>
                <a:lnTo>
                  <a:pt x="0" y="1723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130" t="0" r="-3305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802058" y="-5906380"/>
            <a:ext cx="22361988" cy="12566000"/>
            <a:chOff x="0" y="0"/>
            <a:chExt cx="29815984" cy="16754666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3269" r="0" b="3269"/>
            <a:stretch>
              <a:fillRect/>
            </a:stretch>
          </p:blipFill>
          <p:spPr>
            <a:xfrm flipH="false" flipV="false">
              <a:off x="0" y="0"/>
              <a:ext cx="29815984" cy="16754666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0" y="6456064"/>
            <a:ext cx="19702881" cy="20034489"/>
          </a:xfrm>
          <a:custGeom>
            <a:avLst/>
            <a:gdLst/>
            <a:ahLst/>
            <a:cxnLst/>
            <a:rect r="r" b="b" t="t" l="l"/>
            <a:pathLst>
              <a:path h="20034489" w="19702881">
                <a:moveTo>
                  <a:pt x="0" y="0"/>
                </a:moveTo>
                <a:lnTo>
                  <a:pt x="19702881" y="0"/>
                </a:lnTo>
                <a:lnTo>
                  <a:pt x="19702881" y="20034489"/>
                </a:lnTo>
                <a:lnTo>
                  <a:pt x="0" y="200344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7811" t="0" r="-4655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96641" y="5295687"/>
            <a:ext cx="8377025" cy="428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495" indent="-351247" lvl="1">
              <a:lnSpc>
                <a:spcPts val="4880"/>
              </a:lnSpc>
              <a:buFont typeface="Arial"/>
              <a:buChar char="•"/>
            </a:pPr>
            <a:r>
              <a:rPr lang="en-US" b="true" sz="32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Caso o “if” seja verdadeiro, confere se é a vez do jogador 1 ou do jogador 2</a:t>
            </a:r>
          </a:p>
          <a:p>
            <a:pPr algn="l" marL="702495" indent="-351247" lvl="1">
              <a:lnSpc>
                <a:spcPts val="48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Coloca “-1” no número escolhido pelo jogador 1 e “-2” na escolha que o jogador 2 fez para identificar quem escolheu o número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142950" y="-17500280"/>
            <a:ext cx="19702881" cy="18128006"/>
          </a:xfrm>
          <a:custGeom>
            <a:avLst/>
            <a:gdLst/>
            <a:ahLst/>
            <a:cxnLst/>
            <a:rect r="r" b="b" t="t" l="l"/>
            <a:pathLst>
              <a:path h="18128006" w="19702881">
                <a:moveTo>
                  <a:pt x="0" y="0"/>
                </a:moveTo>
                <a:lnTo>
                  <a:pt x="19702880" y="0"/>
                </a:lnTo>
                <a:lnTo>
                  <a:pt x="19702880" y="18128006"/>
                </a:lnTo>
                <a:lnTo>
                  <a:pt x="0" y="18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504" t="0" r="-3736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05033" y="-852337"/>
            <a:ext cx="19702881" cy="17232253"/>
          </a:xfrm>
          <a:custGeom>
            <a:avLst/>
            <a:gdLst/>
            <a:ahLst/>
            <a:cxnLst/>
            <a:rect r="r" b="b" t="t" l="l"/>
            <a:pathLst>
              <a:path h="17232253" w="19702881">
                <a:moveTo>
                  <a:pt x="0" y="0"/>
                </a:moveTo>
                <a:lnTo>
                  <a:pt x="19702881" y="0"/>
                </a:lnTo>
                <a:lnTo>
                  <a:pt x="19702881" y="17232253"/>
                </a:lnTo>
                <a:lnTo>
                  <a:pt x="0" y="1723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130" t="0" r="-3305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857" y="355282"/>
            <a:ext cx="8502968" cy="2925128"/>
            <a:chOff x="0" y="0"/>
            <a:chExt cx="11337290" cy="3900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9827" y="50362"/>
              <a:ext cx="11240663" cy="3803806"/>
            </a:xfrm>
            <a:custGeom>
              <a:avLst/>
              <a:gdLst/>
              <a:ahLst/>
              <a:cxnLst/>
              <a:rect r="r" b="b" t="t" l="l"/>
              <a:pathLst>
                <a:path h="3803806" w="11240663">
                  <a:moveTo>
                    <a:pt x="8742383" y="3169088"/>
                  </a:moveTo>
                  <a:cubicBezTo>
                    <a:pt x="8873193" y="3139878"/>
                    <a:pt x="8882083" y="3123368"/>
                    <a:pt x="8913833" y="3106858"/>
                  </a:cubicBezTo>
                  <a:cubicBezTo>
                    <a:pt x="8991303" y="3068758"/>
                    <a:pt x="9222443" y="3007798"/>
                    <a:pt x="9316423" y="2960808"/>
                  </a:cubicBezTo>
                  <a:cubicBezTo>
                    <a:pt x="9372303" y="2932868"/>
                    <a:pt x="9397703" y="2902388"/>
                    <a:pt x="9442153" y="2876988"/>
                  </a:cubicBezTo>
                  <a:cubicBezTo>
                    <a:pt x="9485333" y="2851588"/>
                    <a:pt x="9531053" y="2845238"/>
                    <a:pt x="9579313" y="2809678"/>
                  </a:cubicBezTo>
                  <a:cubicBezTo>
                    <a:pt x="9652973" y="2755068"/>
                    <a:pt x="9731713" y="2628068"/>
                    <a:pt x="9819343" y="2551868"/>
                  </a:cubicBezTo>
                  <a:cubicBezTo>
                    <a:pt x="9906973" y="2475668"/>
                    <a:pt x="10009843" y="2429948"/>
                    <a:pt x="10107633" y="2351208"/>
                  </a:cubicBezTo>
                  <a:cubicBezTo>
                    <a:pt x="10218123" y="2261038"/>
                    <a:pt x="10352743" y="2107368"/>
                    <a:pt x="10444183" y="2037518"/>
                  </a:cubicBezTo>
                  <a:cubicBezTo>
                    <a:pt x="10500063" y="1994338"/>
                    <a:pt x="10543243" y="1984178"/>
                    <a:pt x="10588963" y="1948618"/>
                  </a:cubicBezTo>
                  <a:cubicBezTo>
                    <a:pt x="10638493" y="1910518"/>
                    <a:pt x="10699453" y="1859718"/>
                    <a:pt x="10729933" y="1816538"/>
                  </a:cubicBezTo>
                  <a:cubicBezTo>
                    <a:pt x="10752793" y="1784788"/>
                    <a:pt x="10750253" y="1753038"/>
                    <a:pt x="10774383" y="1720018"/>
                  </a:cubicBezTo>
                  <a:cubicBezTo>
                    <a:pt x="10807403" y="1675568"/>
                    <a:pt x="10893763" y="1638738"/>
                    <a:pt x="10930593" y="1582858"/>
                  </a:cubicBezTo>
                  <a:cubicBezTo>
                    <a:pt x="10967423" y="1524438"/>
                    <a:pt x="10967423" y="1436808"/>
                    <a:pt x="10990283" y="1373308"/>
                  </a:cubicBezTo>
                  <a:cubicBezTo>
                    <a:pt x="11011873" y="1316158"/>
                    <a:pt x="11049973" y="1265358"/>
                    <a:pt x="11063943" y="1217098"/>
                  </a:cubicBezTo>
                  <a:cubicBezTo>
                    <a:pt x="11074103" y="1178998"/>
                    <a:pt x="11071563" y="1159948"/>
                    <a:pt x="11074103" y="1110418"/>
                  </a:cubicBezTo>
                  <a:cubicBezTo>
                    <a:pt x="11081723" y="992308"/>
                    <a:pt x="11117283" y="612578"/>
                    <a:pt x="11077913" y="514788"/>
                  </a:cubicBezTo>
                  <a:cubicBezTo>
                    <a:pt x="11062673" y="476688"/>
                    <a:pt x="11047433" y="466528"/>
                    <a:pt x="11014413" y="446208"/>
                  </a:cubicBezTo>
                  <a:cubicBezTo>
                    <a:pt x="10950913" y="406838"/>
                    <a:pt x="10799783" y="373818"/>
                    <a:pt x="10700723" y="348418"/>
                  </a:cubicBezTo>
                  <a:cubicBezTo>
                    <a:pt x="10611823" y="325558"/>
                    <a:pt x="10580073" y="310318"/>
                    <a:pt x="10445453" y="297618"/>
                  </a:cubicBezTo>
                  <a:cubicBezTo>
                    <a:pt x="9955233" y="246818"/>
                    <a:pt x="7391103" y="302698"/>
                    <a:pt x="6999943" y="273488"/>
                  </a:cubicBezTo>
                  <a:cubicBezTo>
                    <a:pt x="6918663" y="267138"/>
                    <a:pt x="6897073" y="262058"/>
                    <a:pt x="6855163" y="251898"/>
                  </a:cubicBezTo>
                  <a:cubicBezTo>
                    <a:pt x="6819603" y="243008"/>
                    <a:pt x="6810713" y="229038"/>
                    <a:pt x="6763723" y="220148"/>
                  </a:cubicBezTo>
                  <a:cubicBezTo>
                    <a:pt x="6622753" y="196018"/>
                    <a:pt x="6118563" y="229038"/>
                    <a:pt x="5900123" y="209988"/>
                  </a:cubicBezTo>
                  <a:cubicBezTo>
                    <a:pt x="5766773" y="197288"/>
                    <a:pt x="5668983" y="165538"/>
                    <a:pt x="5577543" y="154108"/>
                  </a:cubicBezTo>
                  <a:cubicBezTo>
                    <a:pt x="5511503" y="146488"/>
                    <a:pt x="5474673" y="140138"/>
                    <a:pt x="5406093" y="141408"/>
                  </a:cubicBezTo>
                  <a:cubicBezTo>
                    <a:pt x="5301953" y="141408"/>
                    <a:pt x="5216863" y="164268"/>
                    <a:pt x="5017473" y="173158"/>
                  </a:cubicBezTo>
                  <a:cubicBezTo>
                    <a:pt x="4345643" y="202368"/>
                    <a:pt x="1102063" y="58858"/>
                    <a:pt x="613113" y="182048"/>
                  </a:cubicBezTo>
                  <a:cubicBezTo>
                    <a:pt x="507703" y="208718"/>
                    <a:pt x="478493" y="243008"/>
                    <a:pt x="434043" y="278568"/>
                  </a:cubicBezTo>
                  <a:cubicBezTo>
                    <a:pt x="401023" y="305238"/>
                    <a:pt x="381973" y="328098"/>
                    <a:pt x="359113" y="364928"/>
                  </a:cubicBezTo>
                  <a:cubicBezTo>
                    <a:pt x="328633" y="416998"/>
                    <a:pt x="298153" y="497008"/>
                    <a:pt x="282913" y="569398"/>
                  </a:cubicBezTo>
                  <a:cubicBezTo>
                    <a:pt x="267673" y="645598"/>
                    <a:pt x="291803" y="740848"/>
                    <a:pt x="270213" y="813238"/>
                  </a:cubicBezTo>
                  <a:cubicBezTo>
                    <a:pt x="249893" y="879278"/>
                    <a:pt x="182583" y="938968"/>
                    <a:pt x="167343" y="988498"/>
                  </a:cubicBezTo>
                  <a:cubicBezTo>
                    <a:pt x="157183" y="1021518"/>
                    <a:pt x="160993" y="1043108"/>
                    <a:pt x="162263" y="1076128"/>
                  </a:cubicBezTo>
                  <a:cubicBezTo>
                    <a:pt x="164803" y="1118038"/>
                    <a:pt x="163533" y="1162488"/>
                    <a:pt x="187663" y="1218368"/>
                  </a:cubicBezTo>
                  <a:cubicBezTo>
                    <a:pt x="235923" y="1323778"/>
                    <a:pt x="411183" y="1535868"/>
                    <a:pt x="510243" y="1627308"/>
                  </a:cubicBezTo>
                  <a:cubicBezTo>
                    <a:pt x="575013" y="1688268"/>
                    <a:pt x="648673" y="1717478"/>
                    <a:pt x="693123" y="1753038"/>
                  </a:cubicBezTo>
                  <a:cubicBezTo>
                    <a:pt x="721063" y="1775898"/>
                    <a:pt x="732493" y="1796218"/>
                    <a:pt x="756623" y="1812728"/>
                  </a:cubicBezTo>
                  <a:cubicBezTo>
                    <a:pt x="783293" y="1831778"/>
                    <a:pt x="821393" y="1836858"/>
                    <a:pt x="848063" y="1855908"/>
                  </a:cubicBezTo>
                  <a:cubicBezTo>
                    <a:pt x="874733" y="1876228"/>
                    <a:pt x="876003" y="1896548"/>
                    <a:pt x="917913" y="1929568"/>
                  </a:cubicBezTo>
                  <a:cubicBezTo>
                    <a:pt x="1091903" y="2069268"/>
                    <a:pt x="2157433" y="2640768"/>
                    <a:pt x="2420323" y="2821108"/>
                  </a:cubicBezTo>
                  <a:cubicBezTo>
                    <a:pt x="2520653" y="2888418"/>
                    <a:pt x="2566373" y="2940488"/>
                    <a:pt x="2617173" y="2973508"/>
                  </a:cubicBezTo>
                  <a:cubicBezTo>
                    <a:pt x="2646383" y="2992558"/>
                    <a:pt x="2662893" y="2992558"/>
                    <a:pt x="2689563" y="3012878"/>
                  </a:cubicBezTo>
                  <a:cubicBezTo>
                    <a:pt x="2732743" y="3043358"/>
                    <a:pt x="2796243" y="3122098"/>
                    <a:pt x="2839423" y="3155118"/>
                  </a:cubicBezTo>
                  <a:cubicBezTo>
                    <a:pt x="2868633" y="3177978"/>
                    <a:pt x="2896573" y="3183058"/>
                    <a:pt x="2918163" y="3202108"/>
                  </a:cubicBezTo>
                  <a:cubicBezTo>
                    <a:pt x="2941023" y="3222428"/>
                    <a:pt x="2943563" y="3249098"/>
                    <a:pt x="2974043" y="3275768"/>
                  </a:cubicBezTo>
                  <a:cubicBezTo>
                    <a:pt x="3043893" y="3334188"/>
                    <a:pt x="3250903" y="3440868"/>
                    <a:pt x="3369013" y="3480238"/>
                  </a:cubicBezTo>
                  <a:cubicBezTo>
                    <a:pt x="3456643" y="3509448"/>
                    <a:pt x="3530303" y="3496748"/>
                    <a:pt x="3611583" y="3518338"/>
                  </a:cubicBezTo>
                  <a:cubicBezTo>
                    <a:pt x="3700483" y="3541198"/>
                    <a:pt x="3812243" y="3598348"/>
                    <a:pt x="3883363" y="3618668"/>
                  </a:cubicBezTo>
                  <a:cubicBezTo>
                    <a:pt x="3926543" y="3631368"/>
                    <a:pt x="3937973" y="3635178"/>
                    <a:pt x="3990043" y="3640258"/>
                  </a:cubicBezTo>
                  <a:cubicBezTo>
                    <a:pt x="4128473" y="3654228"/>
                    <a:pt x="4534873" y="3665658"/>
                    <a:pt x="4753313" y="3646608"/>
                  </a:cubicBezTo>
                  <a:cubicBezTo>
                    <a:pt x="4919683" y="3631368"/>
                    <a:pt x="5021283" y="3588188"/>
                    <a:pt x="5190193" y="3561518"/>
                  </a:cubicBezTo>
                  <a:cubicBezTo>
                    <a:pt x="5417523" y="3527228"/>
                    <a:pt x="5768043" y="3510718"/>
                    <a:pt x="5996643" y="3468808"/>
                  </a:cubicBezTo>
                  <a:cubicBezTo>
                    <a:pt x="6168093" y="3437058"/>
                    <a:pt x="6243023" y="3381178"/>
                    <a:pt x="6443683" y="3355778"/>
                  </a:cubicBezTo>
                  <a:cubicBezTo>
                    <a:pt x="6836113" y="3306248"/>
                    <a:pt x="7958793" y="3411658"/>
                    <a:pt x="8208983" y="3344348"/>
                  </a:cubicBezTo>
                  <a:cubicBezTo>
                    <a:pt x="8281373" y="3325298"/>
                    <a:pt x="8296613" y="3287198"/>
                    <a:pt x="8339793" y="3269418"/>
                  </a:cubicBezTo>
                  <a:cubicBezTo>
                    <a:pt x="8379163" y="3254178"/>
                    <a:pt x="8415993" y="3255448"/>
                    <a:pt x="8455363" y="3240208"/>
                  </a:cubicBezTo>
                  <a:cubicBezTo>
                    <a:pt x="8504893" y="3221158"/>
                    <a:pt x="8562043" y="3175438"/>
                    <a:pt x="8609033" y="3156388"/>
                  </a:cubicBezTo>
                  <a:cubicBezTo>
                    <a:pt x="8648403" y="3141148"/>
                    <a:pt x="8680153" y="3130988"/>
                    <a:pt x="8719523" y="3125908"/>
                  </a:cubicBezTo>
                  <a:cubicBezTo>
                    <a:pt x="8761433" y="3120828"/>
                    <a:pt x="8823663" y="3115748"/>
                    <a:pt x="8855413" y="3125908"/>
                  </a:cubicBezTo>
                  <a:cubicBezTo>
                    <a:pt x="8875733" y="3132258"/>
                    <a:pt x="8889703" y="3141148"/>
                    <a:pt x="8898593" y="3156388"/>
                  </a:cubicBezTo>
                  <a:cubicBezTo>
                    <a:pt x="8910023" y="3175438"/>
                    <a:pt x="8917643" y="3213538"/>
                    <a:pt x="8910023" y="3235128"/>
                  </a:cubicBezTo>
                  <a:cubicBezTo>
                    <a:pt x="8901133" y="3256718"/>
                    <a:pt x="8873193" y="3280848"/>
                    <a:pt x="8850333" y="3287198"/>
                  </a:cubicBezTo>
                  <a:cubicBezTo>
                    <a:pt x="8828743" y="3292278"/>
                    <a:pt x="8791913" y="3280848"/>
                    <a:pt x="8774133" y="3268148"/>
                  </a:cubicBezTo>
                  <a:cubicBezTo>
                    <a:pt x="8760163" y="3256718"/>
                    <a:pt x="8751273" y="3237668"/>
                    <a:pt x="8748733" y="3221158"/>
                  </a:cubicBezTo>
                  <a:cubicBezTo>
                    <a:pt x="8744923" y="3204648"/>
                    <a:pt x="8746193" y="3183058"/>
                    <a:pt x="8756353" y="3167818"/>
                  </a:cubicBezTo>
                  <a:cubicBezTo>
                    <a:pt x="8767783" y="3148768"/>
                    <a:pt x="8796993" y="3125908"/>
                    <a:pt x="8819853" y="3122098"/>
                  </a:cubicBezTo>
                  <a:cubicBezTo>
                    <a:pt x="8842713" y="3119558"/>
                    <a:pt x="8878273" y="3132258"/>
                    <a:pt x="8893513" y="3150038"/>
                  </a:cubicBezTo>
                  <a:cubicBezTo>
                    <a:pt x="8908753" y="3166548"/>
                    <a:pt x="8917643" y="3203378"/>
                    <a:pt x="8912563" y="3226238"/>
                  </a:cubicBezTo>
                  <a:cubicBezTo>
                    <a:pt x="8906213" y="3249098"/>
                    <a:pt x="8884623" y="3271958"/>
                    <a:pt x="8859223" y="3284658"/>
                  </a:cubicBezTo>
                  <a:cubicBezTo>
                    <a:pt x="8823663" y="3301168"/>
                    <a:pt x="8755083" y="3278308"/>
                    <a:pt x="8703013" y="3292278"/>
                  </a:cubicBezTo>
                  <a:cubicBezTo>
                    <a:pt x="8645863" y="3310058"/>
                    <a:pt x="8586173" y="3368478"/>
                    <a:pt x="8534103" y="3388798"/>
                  </a:cubicBezTo>
                  <a:cubicBezTo>
                    <a:pt x="8492193" y="3404038"/>
                    <a:pt x="8455363" y="3397688"/>
                    <a:pt x="8417263" y="3412928"/>
                  </a:cubicBezTo>
                  <a:cubicBezTo>
                    <a:pt x="8376623" y="3428168"/>
                    <a:pt x="8334713" y="3466268"/>
                    <a:pt x="8297883" y="3482778"/>
                  </a:cubicBezTo>
                  <a:cubicBezTo>
                    <a:pt x="8267403" y="3495478"/>
                    <a:pt x="8259783" y="3501828"/>
                    <a:pt x="8211523" y="3509448"/>
                  </a:cubicBezTo>
                  <a:cubicBezTo>
                    <a:pt x="8005783" y="3539928"/>
                    <a:pt x="6762453" y="3499288"/>
                    <a:pt x="6531313" y="3509448"/>
                  </a:cubicBezTo>
                  <a:cubicBezTo>
                    <a:pt x="6470353" y="3511988"/>
                    <a:pt x="6464003" y="3509448"/>
                    <a:pt x="6417013" y="3518338"/>
                  </a:cubicBezTo>
                  <a:cubicBezTo>
                    <a:pt x="6330653" y="3533578"/>
                    <a:pt x="6210003" y="3589458"/>
                    <a:pt x="6066493" y="3616128"/>
                  </a:cubicBezTo>
                  <a:cubicBezTo>
                    <a:pt x="5849323" y="3658038"/>
                    <a:pt x="5417523" y="3670738"/>
                    <a:pt x="5233373" y="3706298"/>
                  </a:cubicBezTo>
                  <a:cubicBezTo>
                    <a:pt x="5138123" y="3724078"/>
                    <a:pt x="5097483" y="3749478"/>
                    <a:pt x="5022553" y="3764718"/>
                  </a:cubicBezTo>
                  <a:cubicBezTo>
                    <a:pt x="4938733" y="3781228"/>
                    <a:pt x="4866343" y="3791388"/>
                    <a:pt x="4753313" y="3799008"/>
                  </a:cubicBezTo>
                  <a:cubicBezTo>
                    <a:pt x="4560273" y="3809168"/>
                    <a:pt x="4099263" y="3801548"/>
                    <a:pt x="3970993" y="3791388"/>
                  </a:cubicBezTo>
                  <a:cubicBezTo>
                    <a:pt x="3929083" y="3788848"/>
                    <a:pt x="3918923" y="3788848"/>
                    <a:pt x="3888443" y="3779958"/>
                  </a:cubicBezTo>
                  <a:cubicBezTo>
                    <a:pt x="3845263" y="3767258"/>
                    <a:pt x="3790653" y="3732968"/>
                    <a:pt x="3738583" y="3715188"/>
                  </a:cubicBezTo>
                  <a:cubicBezTo>
                    <a:pt x="3686513" y="3697408"/>
                    <a:pt x="3634443" y="3683438"/>
                    <a:pt x="3574753" y="3672008"/>
                  </a:cubicBezTo>
                  <a:cubicBezTo>
                    <a:pt x="3504903" y="3658038"/>
                    <a:pt x="3427433" y="3665658"/>
                    <a:pt x="3344883" y="3640258"/>
                  </a:cubicBezTo>
                  <a:cubicBezTo>
                    <a:pt x="3236933" y="3608508"/>
                    <a:pt x="3070563" y="3511988"/>
                    <a:pt x="2989283" y="3467538"/>
                  </a:cubicBezTo>
                  <a:cubicBezTo>
                    <a:pt x="2946103" y="3443408"/>
                    <a:pt x="2916893" y="3430708"/>
                    <a:pt x="2891493" y="3406578"/>
                  </a:cubicBezTo>
                  <a:cubicBezTo>
                    <a:pt x="2869903" y="3384988"/>
                    <a:pt x="2866093" y="3353238"/>
                    <a:pt x="2841963" y="3332918"/>
                  </a:cubicBezTo>
                  <a:cubicBezTo>
                    <a:pt x="2814023" y="3307518"/>
                    <a:pt x="2767033" y="3302438"/>
                    <a:pt x="2727663" y="3275768"/>
                  </a:cubicBezTo>
                  <a:cubicBezTo>
                    <a:pt x="2678133" y="3240208"/>
                    <a:pt x="2619713" y="3158928"/>
                    <a:pt x="2575263" y="3125908"/>
                  </a:cubicBezTo>
                  <a:cubicBezTo>
                    <a:pt x="2547323" y="3104318"/>
                    <a:pt x="2520653" y="3100508"/>
                    <a:pt x="2496523" y="3082728"/>
                  </a:cubicBezTo>
                  <a:cubicBezTo>
                    <a:pt x="2474933" y="3066218"/>
                    <a:pt x="2463503" y="3045898"/>
                    <a:pt x="2439373" y="3024308"/>
                  </a:cubicBezTo>
                  <a:cubicBezTo>
                    <a:pt x="2401273" y="2992558"/>
                    <a:pt x="2365713" y="2968428"/>
                    <a:pt x="2286973" y="2917628"/>
                  </a:cubicBezTo>
                  <a:cubicBezTo>
                    <a:pt x="2048213" y="2763958"/>
                    <a:pt x="1096983" y="2230558"/>
                    <a:pt x="798533" y="2036248"/>
                  </a:cubicBezTo>
                  <a:cubicBezTo>
                    <a:pt x="663913" y="1948618"/>
                    <a:pt x="606763" y="1914328"/>
                    <a:pt x="514053" y="1835588"/>
                  </a:cubicBezTo>
                  <a:cubicBezTo>
                    <a:pt x="411183" y="1746688"/>
                    <a:pt x="289263" y="1619688"/>
                    <a:pt x="211793" y="1523168"/>
                  </a:cubicBezTo>
                  <a:cubicBezTo>
                    <a:pt x="153373" y="1450778"/>
                    <a:pt x="107653" y="1379658"/>
                    <a:pt x="74633" y="1317428"/>
                  </a:cubicBezTo>
                  <a:cubicBezTo>
                    <a:pt x="51773" y="1272978"/>
                    <a:pt x="37803" y="1237418"/>
                    <a:pt x="25103" y="1195508"/>
                  </a:cubicBezTo>
                  <a:cubicBezTo>
                    <a:pt x="13673" y="1154868"/>
                    <a:pt x="3513" y="1109148"/>
                    <a:pt x="973" y="1071048"/>
                  </a:cubicBezTo>
                  <a:cubicBezTo>
                    <a:pt x="-1567" y="1039298"/>
                    <a:pt x="973" y="1013898"/>
                    <a:pt x="7323" y="983418"/>
                  </a:cubicBezTo>
                  <a:cubicBezTo>
                    <a:pt x="14943" y="947858"/>
                    <a:pt x="27643" y="900868"/>
                    <a:pt x="47963" y="867848"/>
                  </a:cubicBezTo>
                  <a:cubicBezTo>
                    <a:pt x="64473" y="839908"/>
                    <a:pt x="100033" y="831018"/>
                    <a:pt x="114003" y="797998"/>
                  </a:cubicBezTo>
                  <a:cubicBezTo>
                    <a:pt x="135593" y="745928"/>
                    <a:pt x="108923" y="644328"/>
                    <a:pt x="120353" y="569398"/>
                  </a:cubicBezTo>
                  <a:cubicBezTo>
                    <a:pt x="133053" y="494468"/>
                    <a:pt x="164803" y="401758"/>
                    <a:pt x="186393" y="348418"/>
                  </a:cubicBezTo>
                  <a:cubicBezTo>
                    <a:pt x="200363" y="317938"/>
                    <a:pt x="207983" y="302698"/>
                    <a:pt x="225763" y="277298"/>
                  </a:cubicBezTo>
                  <a:cubicBezTo>
                    <a:pt x="249893" y="243008"/>
                    <a:pt x="280373" y="199828"/>
                    <a:pt x="322283" y="166808"/>
                  </a:cubicBezTo>
                  <a:cubicBezTo>
                    <a:pt x="375623" y="123628"/>
                    <a:pt x="475953" y="76638"/>
                    <a:pt x="529293" y="52508"/>
                  </a:cubicBezTo>
                  <a:cubicBezTo>
                    <a:pt x="561043" y="38538"/>
                    <a:pt x="561043" y="33458"/>
                    <a:pt x="608033" y="25838"/>
                  </a:cubicBezTo>
                  <a:cubicBezTo>
                    <a:pt x="947123" y="-30042"/>
                    <a:pt x="4213563" y="47428"/>
                    <a:pt x="4873963" y="35998"/>
                  </a:cubicBezTo>
                  <a:cubicBezTo>
                    <a:pt x="5074623" y="33458"/>
                    <a:pt x="5166063" y="32188"/>
                    <a:pt x="5265123" y="22028"/>
                  </a:cubicBezTo>
                  <a:cubicBezTo>
                    <a:pt x="5324813" y="16948"/>
                    <a:pt x="5357833" y="1708"/>
                    <a:pt x="5411173" y="438"/>
                  </a:cubicBezTo>
                  <a:cubicBezTo>
                    <a:pt x="5470863" y="-2102"/>
                    <a:pt x="5535633" y="6788"/>
                    <a:pt x="5608023" y="16948"/>
                  </a:cubicBezTo>
                  <a:cubicBezTo>
                    <a:pt x="5695653" y="29648"/>
                    <a:pt x="5778203" y="60128"/>
                    <a:pt x="5900123" y="72828"/>
                  </a:cubicBezTo>
                  <a:cubicBezTo>
                    <a:pt x="6104593" y="94418"/>
                    <a:pt x="6555443" y="61398"/>
                    <a:pt x="6719273" y="88068"/>
                  </a:cubicBezTo>
                  <a:cubicBezTo>
                    <a:pt x="6791663" y="99498"/>
                    <a:pt x="6824683" y="123628"/>
                    <a:pt x="6872943" y="135058"/>
                  </a:cubicBezTo>
                  <a:cubicBezTo>
                    <a:pt x="6917393" y="146488"/>
                    <a:pt x="6928823" y="150298"/>
                    <a:pt x="6999943" y="156648"/>
                  </a:cubicBezTo>
                  <a:cubicBezTo>
                    <a:pt x="7361893" y="185858"/>
                    <a:pt x="9948883" y="131248"/>
                    <a:pt x="10323534" y="141408"/>
                  </a:cubicBezTo>
                  <a:cubicBezTo>
                    <a:pt x="10401003" y="143948"/>
                    <a:pt x="10408623" y="142678"/>
                    <a:pt x="10461963" y="150298"/>
                  </a:cubicBezTo>
                  <a:cubicBezTo>
                    <a:pt x="10539434" y="159188"/>
                    <a:pt x="10647384" y="182048"/>
                    <a:pt x="10742634" y="203638"/>
                  </a:cubicBezTo>
                  <a:cubicBezTo>
                    <a:pt x="10841693" y="225228"/>
                    <a:pt x="10977584" y="250628"/>
                    <a:pt x="11044893" y="281108"/>
                  </a:cubicBezTo>
                  <a:cubicBezTo>
                    <a:pt x="11082993" y="297618"/>
                    <a:pt x="11103313" y="312858"/>
                    <a:pt x="11128713" y="335718"/>
                  </a:cubicBezTo>
                  <a:cubicBezTo>
                    <a:pt x="11157923" y="362388"/>
                    <a:pt x="11188403" y="395408"/>
                    <a:pt x="11206184" y="433508"/>
                  </a:cubicBezTo>
                  <a:cubicBezTo>
                    <a:pt x="11225234" y="471608"/>
                    <a:pt x="11229043" y="505898"/>
                    <a:pt x="11235393" y="563048"/>
                  </a:cubicBezTo>
                  <a:cubicBezTo>
                    <a:pt x="11246823" y="673538"/>
                    <a:pt x="11236663" y="930078"/>
                    <a:pt x="11232853" y="1046918"/>
                  </a:cubicBezTo>
                  <a:cubicBezTo>
                    <a:pt x="11230313" y="1114228"/>
                    <a:pt x="11235393" y="1142168"/>
                    <a:pt x="11221423" y="1204398"/>
                  </a:cubicBezTo>
                  <a:cubicBezTo>
                    <a:pt x="11199834" y="1303458"/>
                    <a:pt x="11116013" y="1487608"/>
                    <a:pt x="11074103" y="1577778"/>
                  </a:cubicBezTo>
                  <a:cubicBezTo>
                    <a:pt x="11048703" y="1632388"/>
                    <a:pt x="11042353" y="1652708"/>
                    <a:pt x="11006793" y="1703508"/>
                  </a:cubicBezTo>
                  <a:cubicBezTo>
                    <a:pt x="10939484" y="1797488"/>
                    <a:pt x="10751523" y="2010848"/>
                    <a:pt x="10663893" y="2081968"/>
                  </a:cubicBezTo>
                  <a:cubicBezTo>
                    <a:pt x="10619443" y="2117528"/>
                    <a:pt x="10592773" y="2116258"/>
                    <a:pt x="10549593" y="2146738"/>
                  </a:cubicBezTo>
                  <a:cubicBezTo>
                    <a:pt x="10486093" y="2192458"/>
                    <a:pt x="10378143" y="2290248"/>
                    <a:pt x="10327343" y="2342318"/>
                  </a:cubicBezTo>
                  <a:cubicBezTo>
                    <a:pt x="10298134" y="2374068"/>
                    <a:pt x="10291784" y="2396928"/>
                    <a:pt x="10263843" y="2422328"/>
                  </a:cubicBezTo>
                  <a:cubicBezTo>
                    <a:pt x="10228284" y="2452808"/>
                    <a:pt x="10174943" y="2471858"/>
                    <a:pt x="10126684" y="2506148"/>
                  </a:cubicBezTo>
                  <a:cubicBezTo>
                    <a:pt x="10065723" y="2548058"/>
                    <a:pt x="9993334" y="2600128"/>
                    <a:pt x="9928563" y="2659818"/>
                  </a:cubicBezTo>
                  <a:cubicBezTo>
                    <a:pt x="9856173" y="2725858"/>
                    <a:pt x="9771084" y="2843968"/>
                    <a:pt x="9719013" y="2889688"/>
                  </a:cubicBezTo>
                  <a:cubicBezTo>
                    <a:pt x="9692343" y="2913818"/>
                    <a:pt x="9685993" y="2917628"/>
                    <a:pt x="9654243" y="2936678"/>
                  </a:cubicBezTo>
                  <a:cubicBezTo>
                    <a:pt x="9574234" y="2984938"/>
                    <a:pt x="9350713" y="3099238"/>
                    <a:pt x="9227523" y="3151308"/>
                  </a:cubicBezTo>
                  <a:cubicBezTo>
                    <a:pt x="9137353" y="3189408"/>
                    <a:pt x="9049723" y="3204648"/>
                    <a:pt x="8987493" y="3232588"/>
                  </a:cubicBezTo>
                  <a:cubicBezTo>
                    <a:pt x="8943043" y="3251638"/>
                    <a:pt x="8917643" y="3278308"/>
                    <a:pt x="8878273" y="3292278"/>
                  </a:cubicBezTo>
                  <a:cubicBezTo>
                    <a:pt x="8840173" y="3306248"/>
                    <a:pt x="8785563" y="3320218"/>
                    <a:pt x="8753813" y="3316408"/>
                  </a:cubicBezTo>
                  <a:cubicBezTo>
                    <a:pt x="8733493" y="3315138"/>
                    <a:pt x="8716984" y="3306248"/>
                    <a:pt x="8705553" y="3296088"/>
                  </a:cubicBezTo>
                  <a:cubicBezTo>
                    <a:pt x="8695393" y="3288468"/>
                    <a:pt x="8689043" y="3278308"/>
                    <a:pt x="8686503" y="3265608"/>
                  </a:cubicBezTo>
                  <a:cubicBezTo>
                    <a:pt x="8682693" y="3251638"/>
                    <a:pt x="8680153" y="3228778"/>
                    <a:pt x="8689043" y="3212268"/>
                  </a:cubicBezTo>
                  <a:cubicBezTo>
                    <a:pt x="8697934" y="3195758"/>
                    <a:pt x="8742384" y="3169088"/>
                    <a:pt x="8742384" y="316908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802058" y="-5906380"/>
            <a:ext cx="22361988" cy="12566000"/>
            <a:chOff x="0" y="0"/>
            <a:chExt cx="29815984" cy="16754666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3269" r="0" b="3269"/>
            <a:stretch>
              <a:fillRect/>
            </a:stretch>
          </p:blipFill>
          <p:spPr>
            <a:xfrm flipH="false" flipV="false">
              <a:off x="0" y="0"/>
              <a:ext cx="29815984" cy="16754666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0" y="6456064"/>
            <a:ext cx="19702881" cy="20034489"/>
          </a:xfrm>
          <a:custGeom>
            <a:avLst/>
            <a:gdLst/>
            <a:ahLst/>
            <a:cxnLst/>
            <a:rect r="r" b="b" t="t" l="l"/>
            <a:pathLst>
              <a:path h="20034489" w="19702881">
                <a:moveTo>
                  <a:pt x="0" y="0"/>
                </a:moveTo>
                <a:lnTo>
                  <a:pt x="19702881" y="0"/>
                </a:lnTo>
                <a:lnTo>
                  <a:pt x="19702881" y="20034489"/>
                </a:lnTo>
                <a:lnTo>
                  <a:pt x="0" y="200344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7811" t="0" r="-4655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18477" y="5881523"/>
            <a:ext cx="8377025" cy="366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495" indent="-351247" lvl="1">
              <a:lnSpc>
                <a:spcPts val="4880"/>
              </a:lnSpc>
              <a:buFont typeface="Arial"/>
              <a:buChar char="•"/>
            </a:pPr>
            <a:r>
              <a:rPr lang="en-US" b="true" sz="32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Após a escolha, envia a matriz o número do jogador para uma função conferir se o jogo foi ganho após a escolha feita</a:t>
            </a:r>
          </a:p>
          <a:p>
            <a:pPr algn="l" marL="702495" indent="-351247" lvl="1">
              <a:lnSpc>
                <a:spcPts val="48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 o jogo não tiver sido ganho, passa a vez para o próximo jogador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142950" y="-17500280"/>
            <a:ext cx="19702881" cy="18128006"/>
          </a:xfrm>
          <a:custGeom>
            <a:avLst/>
            <a:gdLst/>
            <a:ahLst/>
            <a:cxnLst/>
            <a:rect r="r" b="b" t="t" l="l"/>
            <a:pathLst>
              <a:path h="18128006" w="19702881">
                <a:moveTo>
                  <a:pt x="0" y="0"/>
                </a:moveTo>
                <a:lnTo>
                  <a:pt x="19702880" y="0"/>
                </a:lnTo>
                <a:lnTo>
                  <a:pt x="19702880" y="18128006"/>
                </a:lnTo>
                <a:lnTo>
                  <a:pt x="0" y="18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504" t="0" r="-3736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05033" y="-852337"/>
            <a:ext cx="19702881" cy="17232253"/>
          </a:xfrm>
          <a:custGeom>
            <a:avLst/>
            <a:gdLst/>
            <a:ahLst/>
            <a:cxnLst/>
            <a:rect r="r" b="b" t="t" l="l"/>
            <a:pathLst>
              <a:path h="17232253" w="19702881">
                <a:moveTo>
                  <a:pt x="0" y="0"/>
                </a:moveTo>
                <a:lnTo>
                  <a:pt x="19702881" y="0"/>
                </a:lnTo>
                <a:lnTo>
                  <a:pt x="19702881" y="17232253"/>
                </a:lnTo>
                <a:lnTo>
                  <a:pt x="0" y="1723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130" t="0" r="-3305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26820" y="2727008"/>
            <a:ext cx="12044362" cy="3299460"/>
            <a:chOff x="0" y="0"/>
            <a:chExt cx="16059150" cy="4399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4768" y="27343"/>
              <a:ext cx="15969381" cy="4323467"/>
            </a:xfrm>
            <a:custGeom>
              <a:avLst/>
              <a:gdLst/>
              <a:ahLst/>
              <a:cxnLst/>
              <a:rect r="r" b="b" t="t" l="l"/>
              <a:pathLst>
                <a:path h="4323467" w="15969381">
                  <a:moveTo>
                    <a:pt x="1075372" y="333337"/>
                  </a:moveTo>
                  <a:cubicBezTo>
                    <a:pt x="1471612" y="328257"/>
                    <a:pt x="1527492" y="321907"/>
                    <a:pt x="1588452" y="314287"/>
                  </a:cubicBezTo>
                  <a:cubicBezTo>
                    <a:pt x="1645602" y="306667"/>
                    <a:pt x="1697672" y="299047"/>
                    <a:pt x="1752282" y="286347"/>
                  </a:cubicBezTo>
                  <a:cubicBezTo>
                    <a:pt x="1809432" y="272377"/>
                    <a:pt x="1851342" y="249517"/>
                    <a:pt x="1922462" y="234277"/>
                  </a:cubicBezTo>
                  <a:cubicBezTo>
                    <a:pt x="2038032" y="208877"/>
                    <a:pt x="2267902" y="198717"/>
                    <a:pt x="2382202" y="174587"/>
                  </a:cubicBezTo>
                  <a:cubicBezTo>
                    <a:pt x="2453322" y="159347"/>
                    <a:pt x="2482532" y="139027"/>
                    <a:pt x="2552382" y="122517"/>
                  </a:cubicBezTo>
                  <a:cubicBezTo>
                    <a:pt x="2660332" y="98387"/>
                    <a:pt x="2780982" y="70447"/>
                    <a:pt x="2970212" y="52667"/>
                  </a:cubicBezTo>
                  <a:cubicBezTo>
                    <a:pt x="3366452" y="18377"/>
                    <a:pt x="4247832" y="33617"/>
                    <a:pt x="4815522" y="32347"/>
                  </a:cubicBezTo>
                  <a:cubicBezTo>
                    <a:pt x="5303202" y="31077"/>
                    <a:pt x="5635942" y="42507"/>
                    <a:pt x="6174422" y="42507"/>
                  </a:cubicBezTo>
                  <a:cubicBezTo>
                    <a:pt x="6963092" y="42507"/>
                    <a:pt x="8465502" y="-38773"/>
                    <a:pt x="9090342" y="23457"/>
                  </a:cubicBezTo>
                  <a:cubicBezTo>
                    <a:pt x="9390062" y="53937"/>
                    <a:pt x="9600882" y="137757"/>
                    <a:pt x="9749472" y="160617"/>
                  </a:cubicBezTo>
                  <a:cubicBezTo>
                    <a:pt x="9823132" y="172047"/>
                    <a:pt x="9849802" y="165697"/>
                    <a:pt x="9915842" y="177127"/>
                  </a:cubicBezTo>
                  <a:cubicBezTo>
                    <a:pt x="10016172" y="194907"/>
                    <a:pt x="10176192" y="254597"/>
                    <a:pt x="10285412" y="272377"/>
                  </a:cubicBezTo>
                  <a:cubicBezTo>
                    <a:pt x="10367962" y="286347"/>
                    <a:pt x="10397172" y="285077"/>
                    <a:pt x="10510202" y="290157"/>
                  </a:cubicBezTo>
                  <a:cubicBezTo>
                    <a:pt x="10849292" y="304127"/>
                    <a:pt x="11819572" y="302857"/>
                    <a:pt x="12553632" y="302857"/>
                  </a:cubicBezTo>
                  <a:cubicBezTo>
                    <a:pt x="13408343" y="304127"/>
                    <a:pt x="14957743" y="253327"/>
                    <a:pt x="15331121" y="286347"/>
                  </a:cubicBezTo>
                  <a:cubicBezTo>
                    <a:pt x="15426371" y="295237"/>
                    <a:pt x="15444152" y="301587"/>
                    <a:pt x="15508921" y="319367"/>
                  </a:cubicBezTo>
                  <a:cubicBezTo>
                    <a:pt x="15588932" y="342227"/>
                    <a:pt x="15709582" y="384137"/>
                    <a:pt x="15773082" y="420967"/>
                  </a:cubicBezTo>
                  <a:cubicBezTo>
                    <a:pt x="15816262" y="446367"/>
                    <a:pt x="15841662" y="464147"/>
                    <a:pt x="15869602" y="500977"/>
                  </a:cubicBezTo>
                  <a:cubicBezTo>
                    <a:pt x="15903893" y="545427"/>
                    <a:pt x="15933102" y="607657"/>
                    <a:pt x="15950882" y="681317"/>
                  </a:cubicBezTo>
                  <a:cubicBezTo>
                    <a:pt x="15975012" y="789267"/>
                    <a:pt x="15971202" y="993737"/>
                    <a:pt x="15963582" y="1094067"/>
                  </a:cubicBezTo>
                  <a:cubicBezTo>
                    <a:pt x="15958502" y="1151217"/>
                    <a:pt x="15949612" y="1188047"/>
                    <a:pt x="15936912" y="1228687"/>
                  </a:cubicBezTo>
                  <a:cubicBezTo>
                    <a:pt x="15925482" y="1265517"/>
                    <a:pt x="15908971" y="1299807"/>
                    <a:pt x="15896271" y="1329017"/>
                  </a:cubicBezTo>
                  <a:cubicBezTo>
                    <a:pt x="15883571" y="1355687"/>
                    <a:pt x="15875952" y="1376007"/>
                    <a:pt x="15860712" y="1400137"/>
                  </a:cubicBezTo>
                  <a:cubicBezTo>
                    <a:pt x="15840393" y="1430617"/>
                    <a:pt x="15808643" y="1466177"/>
                    <a:pt x="15781971" y="1495387"/>
                  </a:cubicBezTo>
                  <a:cubicBezTo>
                    <a:pt x="15757843" y="1523327"/>
                    <a:pt x="15733712" y="1549997"/>
                    <a:pt x="15705771" y="1574127"/>
                  </a:cubicBezTo>
                  <a:cubicBezTo>
                    <a:pt x="15674021" y="1600797"/>
                    <a:pt x="15643543" y="1621117"/>
                    <a:pt x="15600362" y="1647787"/>
                  </a:cubicBezTo>
                  <a:cubicBezTo>
                    <a:pt x="15540671" y="1684617"/>
                    <a:pt x="15456852" y="1741767"/>
                    <a:pt x="15378112" y="1772247"/>
                  </a:cubicBezTo>
                  <a:cubicBezTo>
                    <a:pt x="15295562" y="1805267"/>
                    <a:pt x="15201582" y="1819237"/>
                    <a:pt x="15116493" y="1837017"/>
                  </a:cubicBezTo>
                  <a:cubicBezTo>
                    <a:pt x="15033943" y="1853527"/>
                    <a:pt x="14988221" y="1864957"/>
                    <a:pt x="14875193" y="1873847"/>
                  </a:cubicBezTo>
                  <a:cubicBezTo>
                    <a:pt x="14619921" y="1894167"/>
                    <a:pt x="13841412" y="1858607"/>
                    <a:pt x="13614082" y="1877657"/>
                  </a:cubicBezTo>
                  <a:cubicBezTo>
                    <a:pt x="13528993" y="1885277"/>
                    <a:pt x="13515021" y="1900517"/>
                    <a:pt x="13440093" y="1906867"/>
                  </a:cubicBezTo>
                  <a:cubicBezTo>
                    <a:pt x="13305471" y="1918297"/>
                    <a:pt x="13003212" y="1891627"/>
                    <a:pt x="12874942" y="1911947"/>
                  </a:cubicBezTo>
                  <a:cubicBezTo>
                    <a:pt x="12805092" y="1922107"/>
                    <a:pt x="12772072" y="1946237"/>
                    <a:pt x="12717462" y="1957667"/>
                  </a:cubicBezTo>
                  <a:cubicBezTo>
                    <a:pt x="12661582" y="1970367"/>
                    <a:pt x="12613322" y="1964017"/>
                    <a:pt x="12544742" y="1981797"/>
                  </a:cubicBezTo>
                  <a:cubicBezTo>
                    <a:pt x="12435522" y="2008467"/>
                    <a:pt x="12242482" y="2102447"/>
                    <a:pt x="12130722" y="2136737"/>
                  </a:cubicBezTo>
                  <a:cubicBezTo>
                    <a:pt x="12059602" y="2158327"/>
                    <a:pt x="11997372" y="2159597"/>
                    <a:pt x="11949112" y="2181187"/>
                  </a:cubicBezTo>
                  <a:cubicBezTo>
                    <a:pt x="11913552" y="2198967"/>
                    <a:pt x="11895772" y="2229447"/>
                    <a:pt x="11864022" y="2244687"/>
                  </a:cubicBezTo>
                  <a:cubicBezTo>
                    <a:pt x="11829732" y="2261197"/>
                    <a:pt x="11792902" y="2259927"/>
                    <a:pt x="11750992" y="2277707"/>
                  </a:cubicBezTo>
                  <a:cubicBezTo>
                    <a:pt x="11692572" y="2300567"/>
                    <a:pt x="11603672" y="2346287"/>
                    <a:pt x="11550332" y="2381847"/>
                  </a:cubicBezTo>
                  <a:cubicBezTo>
                    <a:pt x="11510962" y="2408517"/>
                    <a:pt x="11486832" y="2444077"/>
                    <a:pt x="11453812" y="2463127"/>
                  </a:cubicBezTo>
                  <a:cubicBezTo>
                    <a:pt x="11424602" y="2479637"/>
                    <a:pt x="11392852" y="2478367"/>
                    <a:pt x="11366182" y="2493607"/>
                  </a:cubicBezTo>
                  <a:cubicBezTo>
                    <a:pt x="11336972" y="2510117"/>
                    <a:pt x="11317922" y="2540597"/>
                    <a:pt x="11288712" y="2559647"/>
                  </a:cubicBezTo>
                  <a:cubicBezTo>
                    <a:pt x="11253152" y="2579967"/>
                    <a:pt x="11211242" y="2585047"/>
                    <a:pt x="11168062" y="2609177"/>
                  </a:cubicBezTo>
                  <a:cubicBezTo>
                    <a:pt x="11109642" y="2642197"/>
                    <a:pt x="11041062" y="2713317"/>
                    <a:pt x="10975022" y="2752687"/>
                  </a:cubicBezTo>
                  <a:cubicBezTo>
                    <a:pt x="10914062" y="2788247"/>
                    <a:pt x="10837862" y="2808567"/>
                    <a:pt x="10787062" y="2837777"/>
                  </a:cubicBezTo>
                  <a:cubicBezTo>
                    <a:pt x="10748962" y="2859367"/>
                    <a:pt x="10718482" y="2879687"/>
                    <a:pt x="10693082" y="2902547"/>
                  </a:cubicBezTo>
                  <a:cubicBezTo>
                    <a:pt x="10672762" y="2921597"/>
                    <a:pt x="10667682" y="2940647"/>
                    <a:pt x="10643552" y="2962237"/>
                  </a:cubicBezTo>
                  <a:cubicBezTo>
                    <a:pt x="10602912" y="2995257"/>
                    <a:pt x="10525442" y="3034627"/>
                    <a:pt x="10460672" y="3068917"/>
                  </a:cubicBezTo>
                  <a:cubicBezTo>
                    <a:pt x="10392092" y="3107017"/>
                    <a:pt x="10318432" y="3146387"/>
                    <a:pt x="10240962" y="3178137"/>
                  </a:cubicBezTo>
                  <a:cubicBezTo>
                    <a:pt x="10160952" y="3211157"/>
                    <a:pt x="10063162" y="3228937"/>
                    <a:pt x="9985692" y="3261957"/>
                  </a:cubicBezTo>
                  <a:cubicBezTo>
                    <a:pt x="9915842" y="3291167"/>
                    <a:pt x="9848532" y="3341967"/>
                    <a:pt x="9796462" y="3361017"/>
                  </a:cubicBezTo>
                  <a:cubicBezTo>
                    <a:pt x="9762172" y="3374987"/>
                    <a:pt x="9738042" y="3378797"/>
                    <a:pt x="9706292" y="3382607"/>
                  </a:cubicBezTo>
                  <a:cubicBezTo>
                    <a:pt x="9673272" y="3387687"/>
                    <a:pt x="9650412" y="3382607"/>
                    <a:pt x="9603422" y="3388957"/>
                  </a:cubicBezTo>
                  <a:cubicBezTo>
                    <a:pt x="9505632" y="3402927"/>
                    <a:pt x="9261792" y="3479127"/>
                    <a:pt x="9152572" y="3494367"/>
                  </a:cubicBezTo>
                  <a:cubicBezTo>
                    <a:pt x="9091612" y="3501987"/>
                    <a:pt x="9056052" y="3489287"/>
                    <a:pt x="9009062" y="3500717"/>
                  </a:cubicBezTo>
                  <a:cubicBezTo>
                    <a:pt x="8959532" y="3510877"/>
                    <a:pt x="8939212" y="3537547"/>
                    <a:pt x="8865552" y="3560407"/>
                  </a:cubicBezTo>
                  <a:cubicBezTo>
                    <a:pt x="8647112" y="3626447"/>
                    <a:pt x="7821612" y="3790277"/>
                    <a:pt x="7530782" y="3824567"/>
                  </a:cubicBezTo>
                  <a:cubicBezTo>
                    <a:pt x="7389812" y="3841077"/>
                    <a:pt x="7284402" y="3822027"/>
                    <a:pt x="7215822" y="3835997"/>
                  </a:cubicBezTo>
                  <a:cubicBezTo>
                    <a:pt x="7181532" y="3843617"/>
                    <a:pt x="7175182" y="3858857"/>
                    <a:pt x="7140892" y="3865207"/>
                  </a:cubicBezTo>
                  <a:cubicBezTo>
                    <a:pt x="7074852" y="3879177"/>
                    <a:pt x="6945312" y="3860127"/>
                    <a:pt x="6846252" y="3872827"/>
                  </a:cubicBezTo>
                  <a:cubicBezTo>
                    <a:pt x="6744652" y="3886797"/>
                    <a:pt x="6644322" y="3932517"/>
                    <a:pt x="6541452" y="3945217"/>
                  </a:cubicBezTo>
                  <a:cubicBezTo>
                    <a:pt x="6441122" y="3957917"/>
                    <a:pt x="6328092" y="3941407"/>
                    <a:pt x="6235382" y="3950297"/>
                  </a:cubicBezTo>
                  <a:cubicBezTo>
                    <a:pt x="6159182" y="3956647"/>
                    <a:pt x="6086792" y="3978237"/>
                    <a:pt x="6024562" y="3983317"/>
                  </a:cubicBezTo>
                  <a:cubicBezTo>
                    <a:pt x="5976302" y="3987127"/>
                    <a:pt x="5934392" y="3974427"/>
                    <a:pt x="5895022" y="3984587"/>
                  </a:cubicBezTo>
                  <a:cubicBezTo>
                    <a:pt x="5856922" y="3994747"/>
                    <a:pt x="5835332" y="4025227"/>
                    <a:pt x="5792152" y="4041737"/>
                  </a:cubicBezTo>
                  <a:cubicBezTo>
                    <a:pt x="5728652" y="4064597"/>
                    <a:pt x="5675312" y="4079837"/>
                    <a:pt x="5547042" y="4092537"/>
                  </a:cubicBezTo>
                  <a:cubicBezTo>
                    <a:pt x="5086032" y="4140797"/>
                    <a:pt x="2887662" y="4048087"/>
                    <a:pt x="2358072" y="4098887"/>
                  </a:cubicBezTo>
                  <a:cubicBezTo>
                    <a:pt x="2180272" y="4116667"/>
                    <a:pt x="2126932" y="4136987"/>
                    <a:pt x="2003742" y="4167467"/>
                  </a:cubicBezTo>
                  <a:cubicBezTo>
                    <a:pt x="1866582" y="4200487"/>
                    <a:pt x="1688782" y="4271607"/>
                    <a:pt x="1570672" y="4294467"/>
                  </a:cubicBezTo>
                  <a:cubicBezTo>
                    <a:pt x="1491932" y="4310977"/>
                    <a:pt x="1443672" y="4312247"/>
                    <a:pt x="1370012" y="4316057"/>
                  </a:cubicBezTo>
                  <a:cubicBezTo>
                    <a:pt x="1279842" y="4321137"/>
                    <a:pt x="1143952" y="4321137"/>
                    <a:pt x="1065212" y="4319867"/>
                  </a:cubicBezTo>
                  <a:cubicBezTo>
                    <a:pt x="1016952" y="4319867"/>
                    <a:pt x="982662" y="4328757"/>
                    <a:pt x="945832" y="4318597"/>
                  </a:cubicBezTo>
                  <a:cubicBezTo>
                    <a:pt x="910272" y="4308437"/>
                    <a:pt x="877252" y="4283037"/>
                    <a:pt x="848042" y="4261447"/>
                  </a:cubicBezTo>
                  <a:cubicBezTo>
                    <a:pt x="820102" y="4241127"/>
                    <a:pt x="799782" y="4225887"/>
                    <a:pt x="773112" y="4192867"/>
                  </a:cubicBezTo>
                  <a:cubicBezTo>
                    <a:pt x="729932" y="4135717"/>
                    <a:pt x="680402" y="4034117"/>
                    <a:pt x="632142" y="3935057"/>
                  </a:cubicBezTo>
                  <a:cubicBezTo>
                    <a:pt x="568642" y="3804247"/>
                    <a:pt x="497522" y="3634067"/>
                    <a:pt x="432752" y="3471507"/>
                  </a:cubicBezTo>
                  <a:cubicBezTo>
                    <a:pt x="362902" y="3293707"/>
                    <a:pt x="295592" y="3073997"/>
                    <a:pt x="232092" y="2905087"/>
                  </a:cubicBezTo>
                  <a:cubicBezTo>
                    <a:pt x="178752" y="2766657"/>
                    <a:pt x="115252" y="2656167"/>
                    <a:pt x="78422" y="2529167"/>
                  </a:cubicBezTo>
                  <a:cubicBezTo>
                    <a:pt x="44132" y="2407247"/>
                    <a:pt x="25082" y="2294217"/>
                    <a:pt x="12382" y="2158327"/>
                  </a:cubicBezTo>
                  <a:cubicBezTo>
                    <a:pt x="-2858" y="1994497"/>
                    <a:pt x="-2858" y="1734147"/>
                    <a:pt x="6032" y="1613497"/>
                  </a:cubicBezTo>
                  <a:cubicBezTo>
                    <a:pt x="11112" y="1552537"/>
                    <a:pt x="25082" y="1532217"/>
                    <a:pt x="30162" y="1476337"/>
                  </a:cubicBezTo>
                  <a:cubicBezTo>
                    <a:pt x="40322" y="1389977"/>
                    <a:pt x="36512" y="1228687"/>
                    <a:pt x="45402" y="1144867"/>
                  </a:cubicBezTo>
                  <a:cubicBezTo>
                    <a:pt x="51752" y="1092797"/>
                    <a:pt x="58102" y="1057237"/>
                    <a:pt x="69532" y="1020407"/>
                  </a:cubicBezTo>
                  <a:cubicBezTo>
                    <a:pt x="78422" y="989927"/>
                    <a:pt x="87312" y="970877"/>
                    <a:pt x="103822" y="937857"/>
                  </a:cubicBezTo>
                  <a:cubicBezTo>
                    <a:pt x="129222" y="881977"/>
                    <a:pt x="177482" y="777837"/>
                    <a:pt x="215582" y="723227"/>
                  </a:cubicBezTo>
                  <a:cubicBezTo>
                    <a:pt x="242252" y="683857"/>
                    <a:pt x="266382" y="652107"/>
                    <a:pt x="296862" y="631787"/>
                  </a:cubicBezTo>
                  <a:cubicBezTo>
                    <a:pt x="323532" y="612737"/>
                    <a:pt x="352742" y="612737"/>
                    <a:pt x="383222" y="597497"/>
                  </a:cubicBezTo>
                  <a:cubicBezTo>
                    <a:pt x="417512" y="579717"/>
                    <a:pt x="442912" y="554317"/>
                    <a:pt x="491172" y="528917"/>
                  </a:cubicBezTo>
                  <a:cubicBezTo>
                    <a:pt x="578802" y="484467"/>
                    <a:pt x="729932" y="401917"/>
                    <a:pt x="870902" y="371437"/>
                  </a:cubicBezTo>
                  <a:cubicBezTo>
                    <a:pt x="1030922" y="337147"/>
                    <a:pt x="1315402" y="334607"/>
                    <a:pt x="1408112" y="356197"/>
                  </a:cubicBezTo>
                  <a:cubicBezTo>
                    <a:pt x="1441132" y="363817"/>
                    <a:pt x="1461452" y="372707"/>
                    <a:pt x="1472882" y="390487"/>
                  </a:cubicBezTo>
                  <a:cubicBezTo>
                    <a:pt x="1485582" y="408267"/>
                    <a:pt x="1489392" y="443827"/>
                    <a:pt x="1481772" y="465417"/>
                  </a:cubicBezTo>
                  <a:cubicBezTo>
                    <a:pt x="1472882" y="485737"/>
                    <a:pt x="1446212" y="508597"/>
                    <a:pt x="1424622" y="513677"/>
                  </a:cubicBezTo>
                  <a:cubicBezTo>
                    <a:pt x="1403032" y="517487"/>
                    <a:pt x="1368742" y="508597"/>
                    <a:pt x="1352232" y="493357"/>
                  </a:cubicBezTo>
                  <a:cubicBezTo>
                    <a:pt x="1336992" y="478117"/>
                    <a:pt x="1325562" y="443827"/>
                    <a:pt x="1329372" y="422237"/>
                  </a:cubicBezTo>
                  <a:cubicBezTo>
                    <a:pt x="1331912" y="400647"/>
                    <a:pt x="1356042" y="372707"/>
                    <a:pt x="1373822" y="362547"/>
                  </a:cubicBezTo>
                  <a:cubicBezTo>
                    <a:pt x="1389062" y="354927"/>
                    <a:pt x="1408112" y="352387"/>
                    <a:pt x="1424622" y="357467"/>
                  </a:cubicBezTo>
                  <a:cubicBezTo>
                    <a:pt x="1444942" y="363817"/>
                    <a:pt x="1472882" y="387947"/>
                    <a:pt x="1481772" y="405727"/>
                  </a:cubicBezTo>
                  <a:cubicBezTo>
                    <a:pt x="1489392" y="420967"/>
                    <a:pt x="1490662" y="440017"/>
                    <a:pt x="1484312" y="456527"/>
                  </a:cubicBezTo>
                  <a:cubicBezTo>
                    <a:pt x="1476692" y="475577"/>
                    <a:pt x="1462722" y="497167"/>
                    <a:pt x="1433512" y="511137"/>
                  </a:cubicBezTo>
                  <a:cubicBezTo>
                    <a:pt x="1352232" y="546697"/>
                    <a:pt x="1061402" y="492087"/>
                    <a:pt x="912812" y="518757"/>
                  </a:cubicBezTo>
                  <a:cubicBezTo>
                    <a:pt x="795972" y="541617"/>
                    <a:pt x="701992" y="587337"/>
                    <a:pt x="608012" y="631787"/>
                  </a:cubicBezTo>
                  <a:cubicBezTo>
                    <a:pt x="520382" y="672427"/>
                    <a:pt x="417512" y="729577"/>
                    <a:pt x="366712" y="772757"/>
                  </a:cubicBezTo>
                  <a:cubicBezTo>
                    <a:pt x="337502" y="796887"/>
                    <a:pt x="328612" y="810857"/>
                    <a:pt x="308292" y="842607"/>
                  </a:cubicBezTo>
                  <a:cubicBezTo>
                    <a:pt x="275272" y="892137"/>
                    <a:pt x="223202" y="991197"/>
                    <a:pt x="202882" y="1048347"/>
                  </a:cubicBezTo>
                  <a:cubicBezTo>
                    <a:pt x="188912" y="1086447"/>
                    <a:pt x="186372" y="1106767"/>
                    <a:pt x="182562" y="1147407"/>
                  </a:cubicBezTo>
                  <a:cubicBezTo>
                    <a:pt x="176212" y="1207097"/>
                    <a:pt x="182562" y="1299807"/>
                    <a:pt x="177482" y="1376007"/>
                  </a:cubicBezTo>
                  <a:cubicBezTo>
                    <a:pt x="172402" y="1454747"/>
                    <a:pt x="155892" y="1518247"/>
                    <a:pt x="150812" y="1613497"/>
                  </a:cubicBezTo>
                  <a:cubicBezTo>
                    <a:pt x="141922" y="1757007"/>
                    <a:pt x="147002" y="2027517"/>
                    <a:pt x="152082" y="2148167"/>
                  </a:cubicBezTo>
                  <a:cubicBezTo>
                    <a:pt x="154622" y="2210397"/>
                    <a:pt x="157162" y="2239607"/>
                    <a:pt x="163512" y="2289137"/>
                  </a:cubicBezTo>
                  <a:cubicBezTo>
                    <a:pt x="173672" y="2350097"/>
                    <a:pt x="180022" y="2397087"/>
                    <a:pt x="206692" y="2484717"/>
                  </a:cubicBezTo>
                  <a:cubicBezTo>
                    <a:pt x="263842" y="2680297"/>
                    <a:pt x="441642" y="3143847"/>
                    <a:pt x="553402" y="3409277"/>
                  </a:cubicBezTo>
                  <a:cubicBezTo>
                    <a:pt x="641032" y="3615017"/>
                    <a:pt x="747712" y="3830917"/>
                    <a:pt x="808672" y="3947757"/>
                  </a:cubicBezTo>
                  <a:cubicBezTo>
                    <a:pt x="840422" y="4007447"/>
                    <a:pt x="853122" y="4043007"/>
                    <a:pt x="884872" y="4078567"/>
                  </a:cubicBezTo>
                  <a:cubicBezTo>
                    <a:pt x="915352" y="4110317"/>
                    <a:pt x="940752" y="4138257"/>
                    <a:pt x="991552" y="4154767"/>
                  </a:cubicBezTo>
                  <a:cubicBezTo>
                    <a:pt x="1081722" y="4183977"/>
                    <a:pt x="1307782" y="4161117"/>
                    <a:pt x="1404302" y="4156037"/>
                  </a:cubicBezTo>
                  <a:cubicBezTo>
                    <a:pt x="1457642" y="4152227"/>
                    <a:pt x="1477962" y="4152227"/>
                    <a:pt x="1526222" y="4142067"/>
                  </a:cubicBezTo>
                  <a:cubicBezTo>
                    <a:pt x="1601152" y="4124287"/>
                    <a:pt x="1734502" y="4058247"/>
                    <a:pt x="1806892" y="4044277"/>
                  </a:cubicBezTo>
                  <a:cubicBezTo>
                    <a:pt x="1850072" y="4035387"/>
                    <a:pt x="1869122" y="4046817"/>
                    <a:pt x="1912302" y="4039197"/>
                  </a:cubicBezTo>
                  <a:cubicBezTo>
                    <a:pt x="1982152" y="4027767"/>
                    <a:pt x="2102802" y="3976967"/>
                    <a:pt x="2184082" y="3959187"/>
                  </a:cubicBezTo>
                  <a:cubicBezTo>
                    <a:pt x="2247582" y="3945217"/>
                    <a:pt x="2262822" y="3940137"/>
                    <a:pt x="2358072" y="3933787"/>
                  </a:cubicBezTo>
                  <a:cubicBezTo>
                    <a:pt x="2759392" y="3905847"/>
                    <a:pt x="5232082" y="3954107"/>
                    <a:pt x="5530532" y="3933787"/>
                  </a:cubicBezTo>
                  <a:cubicBezTo>
                    <a:pt x="5581332" y="3931247"/>
                    <a:pt x="5580062" y="3929977"/>
                    <a:pt x="5616892" y="3922357"/>
                  </a:cubicBezTo>
                  <a:cubicBezTo>
                    <a:pt x="5693092" y="3907117"/>
                    <a:pt x="5867082" y="3839807"/>
                    <a:pt x="5954712" y="3823297"/>
                  </a:cubicBezTo>
                  <a:cubicBezTo>
                    <a:pt x="6008052" y="3814407"/>
                    <a:pt x="6046152" y="3820757"/>
                    <a:pt x="6085522" y="3813137"/>
                  </a:cubicBezTo>
                  <a:cubicBezTo>
                    <a:pt x="6118542" y="3806787"/>
                    <a:pt x="6136322" y="3794087"/>
                    <a:pt x="6175692" y="3787737"/>
                  </a:cubicBezTo>
                  <a:cubicBezTo>
                    <a:pt x="6245542" y="3778847"/>
                    <a:pt x="6392862" y="3791547"/>
                    <a:pt x="6470332" y="3787737"/>
                  </a:cubicBezTo>
                  <a:cubicBezTo>
                    <a:pt x="6519862" y="3785197"/>
                    <a:pt x="6547802" y="3785197"/>
                    <a:pt x="6593522" y="3776307"/>
                  </a:cubicBezTo>
                  <a:cubicBezTo>
                    <a:pt x="6653212" y="3764877"/>
                    <a:pt x="6724332" y="3726777"/>
                    <a:pt x="6795452" y="3716617"/>
                  </a:cubicBezTo>
                  <a:cubicBezTo>
                    <a:pt x="6871652" y="3705187"/>
                    <a:pt x="6958012" y="3720427"/>
                    <a:pt x="7039292" y="3714077"/>
                  </a:cubicBezTo>
                  <a:cubicBezTo>
                    <a:pt x="7118032" y="3707727"/>
                    <a:pt x="7191692" y="3687407"/>
                    <a:pt x="7275512" y="3679787"/>
                  </a:cubicBezTo>
                  <a:cubicBezTo>
                    <a:pt x="7368222" y="3670897"/>
                    <a:pt x="7464742" y="3681057"/>
                    <a:pt x="7575232" y="3667087"/>
                  </a:cubicBezTo>
                  <a:cubicBezTo>
                    <a:pt x="7712392" y="3649307"/>
                    <a:pt x="7923212" y="3584537"/>
                    <a:pt x="8036242" y="3569297"/>
                  </a:cubicBezTo>
                  <a:cubicBezTo>
                    <a:pt x="8099742" y="3559137"/>
                    <a:pt x="8131492" y="3566757"/>
                    <a:pt x="8188642" y="3556597"/>
                  </a:cubicBezTo>
                  <a:cubicBezTo>
                    <a:pt x="8264842" y="3542627"/>
                    <a:pt x="8351202" y="3505797"/>
                    <a:pt x="8448992" y="3481667"/>
                  </a:cubicBezTo>
                  <a:cubicBezTo>
                    <a:pt x="8575992" y="3452457"/>
                    <a:pt x="8791892" y="3432137"/>
                    <a:pt x="8888412" y="3400387"/>
                  </a:cubicBezTo>
                  <a:cubicBezTo>
                    <a:pt x="8937942" y="3383877"/>
                    <a:pt x="8954452" y="3359747"/>
                    <a:pt x="8997632" y="3348317"/>
                  </a:cubicBezTo>
                  <a:cubicBezTo>
                    <a:pt x="9050972" y="3334347"/>
                    <a:pt x="9114472" y="3345777"/>
                    <a:pt x="9190672" y="3334347"/>
                  </a:cubicBezTo>
                  <a:cubicBezTo>
                    <a:pt x="9301162" y="3316567"/>
                    <a:pt x="9509442" y="3245447"/>
                    <a:pt x="9593262" y="3232747"/>
                  </a:cubicBezTo>
                  <a:cubicBezTo>
                    <a:pt x="9630092" y="3226397"/>
                    <a:pt x="9646602" y="3232747"/>
                    <a:pt x="9674542" y="3226397"/>
                  </a:cubicBezTo>
                  <a:cubicBezTo>
                    <a:pt x="9706292" y="3220047"/>
                    <a:pt x="9736772" y="3207347"/>
                    <a:pt x="9773602" y="3190837"/>
                  </a:cubicBezTo>
                  <a:cubicBezTo>
                    <a:pt x="9821862" y="3170517"/>
                    <a:pt x="9870122" y="3137497"/>
                    <a:pt x="9937432" y="3108287"/>
                  </a:cubicBezTo>
                  <a:cubicBezTo>
                    <a:pt x="10039032" y="3065107"/>
                    <a:pt x="10242232" y="3007957"/>
                    <a:pt x="10328592" y="2963507"/>
                  </a:cubicBezTo>
                  <a:cubicBezTo>
                    <a:pt x="10375582" y="2940647"/>
                    <a:pt x="10399712" y="2910167"/>
                    <a:pt x="10432732" y="2896197"/>
                  </a:cubicBezTo>
                  <a:cubicBezTo>
                    <a:pt x="10458132" y="2884767"/>
                    <a:pt x="10484802" y="2892387"/>
                    <a:pt x="10507662" y="2878417"/>
                  </a:cubicBezTo>
                  <a:cubicBezTo>
                    <a:pt x="10535602" y="2860637"/>
                    <a:pt x="10549572" y="2812377"/>
                    <a:pt x="10578782" y="2785707"/>
                  </a:cubicBezTo>
                  <a:cubicBezTo>
                    <a:pt x="10610532" y="2756497"/>
                    <a:pt x="10648632" y="2738717"/>
                    <a:pt x="10693082" y="2713317"/>
                  </a:cubicBezTo>
                  <a:cubicBezTo>
                    <a:pt x="10752772" y="2677757"/>
                    <a:pt x="10850562" y="2620607"/>
                    <a:pt x="10910252" y="2595207"/>
                  </a:cubicBezTo>
                  <a:cubicBezTo>
                    <a:pt x="10949622" y="2577427"/>
                    <a:pt x="10986452" y="2579967"/>
                    <a:pt x="11013122" y="2560917"/>
                  </a:cubicBezTo>
                  <a:cubicBezTo>
                    <a:pt x="11035982" y="2544407"/>
                    <a:pt x="11039792" y="2511387"/>
                    <a:pt x="11063922" y="2492337"/>
                  </a:cubicBezTo>
                  <a:cubicBezTo>
                    <a:pt x="11094402" y="2469477"/>
                    <a:pt x="11152822" y="2461857"/>
                    <a:pt x="11185842" y="2440267"/>
                  </a:cubicBezTo>
                  <a:cubicBezTo>
                    <a:pt x="11215052" y="2422487"/>
                    <a:pt x="11231562" y="2394547"/>
                    <a:pt x="11258232" y="2378037"/>
                  </a:cubicBezTo>
                  <a:cubicBezTo>
                    <a:pt x="11287442" y="2361527"/>
                    <a:pt x="11325542" y="2360257"/>
                    <a:pt x="11356022" y="2342477"/>
                  </a:cubicBezTo>
                  <a:cubicBezTo>
                    <a:pt x="11387772" y="2324697"/>
                    <a:pt x="11411902" y="2286597"/>
                    <a:pt x="11444922" y="2267547"/>
                  </a:cubicBezTo>
                  <a:cubicBezTo>
                    <a:pt x="11475402" y="2249767"/>
                    <a:pt x="11512232" y="2249767"/>
                    <a:pt x="11543982" y="2231987"/>
                  </a:cubicBezTo>
                  <a:cubicBezTo>
                    <a:pt x="11580812" y="2212937"/>
                    <a:pt x="11607482" y="2178647"/>
                    <a:pt x="11650662" y="2157057"/>
                  </a:cubicBezTo>
                  <a:cubicBezTo>
                    <a:pt x="11702732" y="2129117"/>
                    <a:pt x="11795442" y="2112607"/>
                    <a:pt x="11841162" y="2088477"/>
                  </a:cubicBezTo>
                  <a:cubicBezTo>
                    <a:pt x="11869102" y="2074507"/>
                    <a:pt x="11877992" y="2056727"/>
                    <a:pt x="11905932" y="2045297"/>
                  </a:cubicBezTo>
                  <a:cubicBezTo>
                    <a:pt x="11947842" y="2026247"/>
                    <a:pt x="12008802" y="2023707"/>
                    <a:pt x="12074842" y="2003387"/>
                  </a:cubicBezTo>
                  <a:cubicBezTo>
                    <a:pt x="12173902" y="1971637"/>
                    <a:pt x="12360592" y="1889087"/>
                    <a:pt x="12443142" y="1861147"/>
                  </a:cubicBezTo>
                  <a:cubicBezTo>
                    <a:pt x="12482512" y="1847177"/>
                    <a:pt x="12500292" y="1840827"/>
                    <a:pt x="12533312" y="1834477"/>
                  </a:cubicBezTo>
                  <a:cubicBezTo>
                    <a:pt x="12573952" y="1826857"/>
                    <a:pt x="12619672" y="1830667"/>
                    <a:pt x="12669202" y="1821777"/>
                  </a:cubicBezTo>
                  <a:cubicBezTo>
                    <a:pt x="12730162" y="1810347"/>
                    <a:pt x="12787312" y="1777327"/>
                    <a:pt x="12873672" y="1764627"/>
                  </a:cubicBezTo>
                  <a:cubicBezTo>
                    <a:pt x="13012102" y="1745577"/>
                    <a:pt x="13288962" y="1769707"/>
                    <a:pt x="13423582" y="1757007"/>
                  </a:cubicBezTo>
                  <a:cubicBezTo>
                    <a:pt x="13503593" y="1749387"/>
                    <a:pt x="13522643" y="1732877"/>
                    <a:pt x="13612812" y="1725257"/>
                  </a:cubicBezTo>
                  <a:cubicBezTo>
                    <a:pt x="13836332" y="1706207"/>
                    <a:pt x="14520862" y="1737957"/>
                    <a:pt x="14786293" y="1718907"/>
                  </a:cubicBezTo>
                  <a:cubicBezTo>
                    <a:pt x="14924721" y="1708747"/>
                    <a:pt x="15006002" y="1693507"/>
                    <a:pt x="15097443" y="1675727"/>
                  </a:cubicBezTo>
                  <a:cubicBezTo>
                    <a:pt x="15173643" y="1661757"/>
                    <a:pt x="15233332" y="1654137"/>
                    <a:pt x="15303182" y="1628737"/>
                  </a:cubicBezTo>
                  <a:cubicBezTo>
                    <a:pt x="15378112" y="1600797"/>
                    <a:pt x="15461932" y="1563967"/>
                    <a:pt x="15533052" y="1511897"/>
                  </a:cubicBezTo>
                  <a:cubicBezTo>
                    <a:pt x="15607982" y="1454747"/>
                    <a:pt x="15703232" y="1354417"/>
                    <a:pt x="15736252" y="1294727"/>
                  </a:cubicBezTo>
                  <a:cubicBezTo>
                    <a:pt x="15754032" y="1261707"/>
                    <a:pt x="15747682" y="1233767"/>
                    <a:pt x="15757843" y="1207097"/>
                  </a:cubicBezTo>
                  <a:cubicBezTo>
                    <a:pt x="15768002" y="1181697"/>
                    <a:pt x="15788321" y="1172807"/>
                    <a:pt x="15797212" y="1138517"/>
                  </a:cubicBezTo>
                  <a:cubicBezTo>
                    <a:pt x="15818802" y="1058507"/>
                    <a:pt x="15811182" y="800697"/>
                    <a:pt x="15794671" y="709257"/>
                  </a:cubicBezTo>
                  <a:cubicBezTo>
                    <a:pt x="15787052" y="666077"/>
                    <a:pt x="15779432" y="641947"/>
                    <a:pt x="15760382" y="614007"/>
                  </a:cubicBezTo>
                  <a:cubicBezTo>
                    <a:pt x="15740062" y="584797"/>
                    <a:pt x="15714662" y="563207"/>
                    <a:pt x="15674021" y="540347"/>
                  </a:cubicBezTo>
                  <a:cubicBezTo>
                    <a:pt x="15599093" y="500977"/>
                    <a:pt x="15501302" y="462877"/>
                    <a:pt x="15327312" y="436207"/>
                  </a:cubicBezTo>
                  <a:cubicBezTo>
                    <a:pt x="14848521" y="363817"/>
                    <a:pt x="13408343" y="420967"/>
                    <a:pt x="12553632" y="419697"/>
                  </a:cubicBezTo>
                  <a:cubicBezTo>
                    <a:pt x="11818302" y="419697"/>
                    <a:pt x="10806112" y="440017"/>
                    <a:pt x="10505122" y="429857"/>
                  </a:cubicBezTo>
                  <a:cubicBezTo>
                    <a:pt x="10418762" y="426047"/>
                    <a:pt x="10407332" y="427317"/>
                    <a:pt x="10340022" y="417157"/>
                  </a:cubicBezTo>
                  <a:cubicBezTo>
                    <a:pt x="10229532" y="400647"/>
                    <a:pt x="10074592" y="348577"/>
                    <a:pt x="9906952" y="315557"/>
                  </a:cubicBezTo>
                  <a:cubicBezTo>
                    <a:pt x="9677082" y="271107"/>
                    <a:pt x="9367202" y="206337"/>
                    <a:pt x="9087802" y="182207"/>
                  </a:cubicBezTo>
                  <a:cubicBezTo>
                    <a:pt x="8798242" y="158077"/>
                    <a:pt x="8619172" y="174587"/>
                    <a:pt x="8200072" y="173317"/>
                  </a:cubicBezTo>
                  <a:cubicBezTo>
                    <a:pt x="7185342" y="166967"/>
                    <a:pt x="3734752" y="113627"/>
                    <a:pt x="2982912" y="172047"/>
                  </a:cubicBezTo>
                  <a:cubicBezTo>
                    <a:pt x="2774632" y="188557"/>
                    <a:pt x="2692082" y="211417"/>
                    <a:pt x="2585402" y="235547"/>
                  </a:cubicBezTo>
                  <a:cubicBezTo>
                    <a:pt x="2511742" y="252057"/>
                    <a:pt x="2476182" y="274917"/>
                    <a:pt x="2399982" y="291427"/>
                  </a:cubicBezTo>
                  <a:cubicBezTo>
                    <a:pt x="2285682" y="315557"/>
                    <a:pt x="2073592" y="324447"/>
                    <a:pt x="1959292" y="349847"/>
                  </a:cubicBezTo>
                  <a:cubicBezTo>
                    <a:pt x="1883092" y="366357"/>
                    <a:pt x="1834832" y="393027"/>
                    <a:pt x="1773872" y="408267"/>
                  </a:cubicBezTo>
                  <a:cubicBezTo>
                    <a:pt x="1716722" y="422237"/>
                    <a:pt x="1662112" y="431127"/>
                    <a:pt x="1602422" y="441287"/>
                  </a:cubicBezTo>
                  <a:cubicBezTo>
                    <a:pt x="1537652" y="450177"/>
                    <a:pt x="1476692" y="461607"/>
                    <a:pt x="1400492" y="465417"/>
                  </a:cubicBezTo>
                  <a:cubicBezTo>
                    <a:pt x="1298892" y="469227"/>
                    <a:pt x="1096962" y="479387"/>
                    <a:pt x="1044892" y="455257"/>
                  </a:cubicBezTo>
                  <a:cubicBezTo>
                    <a:pt x="1025842" y="447637"/>
                    <a:pt x="1019492" y="434937"/>
                    <a:pt x="1014412" y="420967"/>
                  </a:cubicBezTo>
                  <a:cubicBezTo>
                    <a:pt x="1009332" y="408267"/>
                    <a:pt x="1010602" y="387947"/>
                    <a:pt x="1014412" y="375247"/>
                  </a:cubicBezTo>
                  <a:cubicBezTo>
                    <a:pt x="1018222" y="365087"/>
                    <a:pt x="1023302" y="356197"/>
                    <a:pt x="1032192" y="349847"/>
                  </a:cubicBezTo>
                  <a:cubicBezTo>
                    <a:pt x="1042352" y="342227"/>
                    <a:pt x="1075372" y="333337"/>
                    <a:pt x="1075372" y="3333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56199" y="-439305"/>
            <a:ext cx="15806306" cy="8206101"/>
            <a:chOff x="0" y="0"/>
            <a:chExt cx="21075075" cy="1094146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323" t="0" r="323" b="0"/>
            <a:stretch>
              <a:fillRect/>
            </a:stretch>
          </p:blipFill>
          <p:spPr>
            <a:xfrm flipH="false" flipV="false">
              <a:off x="0" y="0"/>
              <a:ext cx="21075075" cy="10941468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-1607678" y="-4352204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14881" y="7766796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1587" y="7850924"/>
            <a:ext cx="14140495" cy="121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1297" indent="-355648" lvl="1">
              <a:lnSpc>
                <a:spcPts val="49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função “conferirJogo()” chama outras funções e confere se o jogo foi ganho ou não, retornando um booleano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698082" y="-97052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4"/>
                </a:lnTo>
                <a:lnTo>
                  <a:pt x="0" y="99217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8575" y="-144677"/>
            <a:ext cx="16574915" cy="9445770"/>
            <a:chOff x="0" y="0"/>
            <a:chExt cx="22099887" cy="1259436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0" t="3437" r="0" b="3437"/>
            <a:stretch>
              <a:fillRect/>
            </a:stretch>
          </p:blipFill>
          <p:spPr>
            <a:xfrm flipH="false" flipV="false">
              <a:off x="0" y="0"/>
              <a:ext cx="22099887" cy="12594360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-1607678" y="-4352204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41755" y="-64804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5"/>
                </a:lnTo>
                <a:lnTo>
                  <a:pt x="0" y="99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35193" y="2007081"/>
            <a:ext cx="8951203" cy="78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259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       Conferindo se o jogo foi ganho na horizontal: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Inicializa com “count = 0”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 o número de “count” for do tamanho da matriz na horizontal, significa que o jogo foi ganho e encerra o loop 1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Senão, inicia novamente “count” com zero e entra no segundo “for”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Enquanto existir o “num” dentro da matriz, acrescenta +1 em “count”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 pular para a segunda linha da matriz e “count” for do tamanho da matriz, então o jogo foi ganho</a:t>
            </a:r>
          </a:p>
          <a:p>
            <a:pPr algn="l" marL="560824" indent="-280412" lvl="1">
              <a:lnSpc>
                <a:spcPts val="3896"/>
              </a:lnSpc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 “count” não for do tamanho da matriz, “count” volta a ser zero e reinicia a contagem</a:t>
            </a:r>
          </a:p>
          <a:p>
            <a:pPr algn="l" marL="560824" indent="-280412" lvl="1">
              <a:lnSpc>
                <a:spcPts val="38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retorna true ou false para indicar se o jogo encerrou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414881" y="8896479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1" y="0"/>
                </a:lnTo>
                <a:lnTo>
                  <a:pt x="19702881" y="9921734"/>
                </a:lnTo>
                <a:lnTo>
                  <a:pt x="0" y="99217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90306" y="-2227685"/>
            <a:ext cx="16574915" cy="9445770"/>
            <a:chOff x="0" y="0"/>
            <a:chExt cx="22099887" cy="1259436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11614" t="0" r="11614" b="0"/>
            <a:stretch>
              <a:fillRect/>
            </a:stretch>
          </p:blipFill>
          <p:spPr>
            <a:xfrm flipH="false" flipV="false">
              <a:off x="0" y="0"/>
              <a:ext cx="22099887" cy="12594360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-1607678" y="-4133129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41755" y="-64804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5"/>
                </a:lnTo>
                <a:lnTo>
                  <a:pt x="0" y="99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42950" y="5019675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4"/>
                </a:lnTo>
                <a:lnTo>
                  <a:pt x="0" y="99217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30967" y="3955814"/>
            <a:ext cx="10554201" cy="286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257" indent="-330629" lvl="1">
              <a:lnSpc>
                <a:spcPts val="4594"/>
              </a:lnSpc>
              <a:buFont typeface="Arial"/>
              <a:buChar char="•"/>
            </a:pPr>
            <a:r>
              <a:rPr lang="en-US" b="true" sz="306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Mostra o jogo atualizado após a escolha do jogador</a:t>
            </a:r>
          </a:p>
          <a:p>
            <a:pPr algn="l" marL="661257" indent="-330629" lvl="1">
              <a:lnSpc>
                <a:spcPts val="45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6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306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 o jogo não encerrou por mérito de algum jogador, confere se encerrou por falta de opções (se deu velha)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28396" y="-1625956"/>
            <a:ext cx="22582986" cy="11912956"/>
            <a:chOff x="0" y="0"/>
            <a:chExt cx="30110649" cy="15883942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1897" t="0" r="1897" b="0"/>
            <a:stretch>
              <a:fillRect/>
            </a:stretch>
          </p:blipFill>
          <p:spPr>
            <a:xfrm flipH="false" flipV="false">
              <a:off x="0" y="0"/>
              <a:ext cx="30110649" cy="15883942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-1607678" y="-4133129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41755" y="-64804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5"/>
                </a:lnTo>
                <a:lnTo>
                  <a:pt x="0" y="99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42950" y="8721090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5"/>
                </a:lnTo>
                <a:lnTo>
                  <a:pt x="0" y="99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61227" y="5865393"/>
            <a:ext cx="10298073" cy="393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</a:pPr>
            <a:r>
              <a:rPr lang="en-US" sz="2988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Obs:: L</a:t>
            </a:r>
            <a:r>
              <a:rPr lang="en-US" sz="2988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embrando que quando o jogador faz sua jogada, o número da matriz muda para negativo para indicar a escolha feita pelo jogador)</a:t>
            </a:r>
          </a:p>
          <a:p>
            <a:pPr algn="l">
              <a:lnSpc>
                <a:spcPts val="4482"/>
              </a:lnSpc>
            </a:pPr>
          </a:p>
          <a:p>
            <a:pPr algn="l" marL="645210" indent="-322605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8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Conferindo se algum número da matriz ainda é maior que zero, se não for, o jogo foi encerrado e deu velha!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 descr="Orange Blur Circle Illustration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70's Groovy Wavy Pattern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sp>
        <p:nvSpPr>
          <p:cNvPr name="Freeform 5" id="5" descr="Orange Blur Circle Illustration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0837" y="-163727"/>
            <a:ext cx="18585037" cy="8404314"/>
            <a:chOff x="0" y="0"/>
            <a:chExt cx="24780049" cy="11205752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8"/>
            <a:srcRect l="5357" t="0" r="5357" b="0"/>
            <a:stretch>
              <a:fillRect/>
            </a:stretch>
          </p:blipFill>
          <p:spPr>
            <a:xfrm flipH="false" flipV="false">
              <a:off x="0" y="0"/>
              <a:ext cx="24780049" cy="11205752"/>
            </a:xfrm>
            <a:prstGeom prst="rect">
              <a:avLst/>
            </a:prstGeom>
          </p:spPr>
        </p:pic>
      </p:grpSp>
      <p:sp>
        <p:nvSpPr>
          <p:cNvPr name="Freeform 9" id="9"/>
          <p:cNvSpPr/>
          <p:nvPr/>
        </p:nvSpPr>
        <p:spPr>
          <a:xfrm flipH="false" flipV="false" rot="0">
            <a:off x="-1607678" y="-4209329"/>
            <a:ext cx="19702881" cy="4713230"/>
          </a:xfrm>
          <a:custGeom>
            <a:avLst/>
            <a:gdLst/>
            <a:ahLst/>
            <a:cxnLst/>
            <a:rect r="r" b="b" t="t" l="l"/>
            <a:pathLst>
              <a:path h="4713230" w="19702881">
                <a:moveTo>
                  <a:pt x="0" y="0"/>
                </a:moveTo>
                <a:lnTo>
                  <a:pt x="19702881" y="0"/>
                </a:lnTo>
                <a:lnTo>
                  <a:pt x="19702881" y="4713230"/>
                </a:lnTo>
                <a:lnTo>
                  <a:pt x="0" y="4713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0" t="-60057" r="0" b="-6005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142950" y="7720556"/>
            <a:ext cx="19702881" cy="9921734"/>
          </a:xfrm>
          <a:custGeom>
            <a:avLst/>
            <a:gdLst/>
            <a:ahLst/>
            <a:cxnLst/>
            <a:rect r="r" b="b" t="t" l="l"/>
            <a:pathLst>
              <a:path h="9921734" w="19702881">
                <a:moveTo>
                  <a:pt x="0" y="0"/>
                </a:moveTo>
                <a:lnTo>
                  <a:pt x="19702880" y="0"/>
                </a:lnTo>
                <a:lnTo>
                  <a:pt x="19702880" y="9921735"/>
                </a:lnTo>
                <a:lnTo>
                  <a:pt x="0" y="99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615" t="-37522" r="-157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86536" y="6261608"/>
            <a:ext cx="11590863" cy="252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5"/>
              </a:lnSpc>
              <a:spcBef>
                <a:spcPct val="0"/>
              </a:spcBef>
            </a:pPr>
            <a:r>
              <a:rPr lang="en-US" b="true" sz="33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Após checkar se o jogo foi vencido ou se deu velha, confere se o jogo foi encerrado, caso tenha sido, diz quem venceu baseado na variável “numJogador”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7" t="-18123" r="-6133" b="-859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0107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6747"/>
            <a:ext cx="8708490" cy="1141958"/>
          </a:xfrm>
          <a:custGeom>
            <a:avLst/>
            <a:gdLst/>
            <a:ahLst/>
            <a:cxnLst/>
            <a:rect r="r" b="b" t="t" l="l"/>
            <a:pathLst>
              <a:path h="1141958" w="8708490">
                <a:moveTo>
                  <a:pt x="0" y="0"/>
                </a:moveTo>
                <a:lnTo>
                  <a:pt x="8708490" y="0"/>
                </a:lnTo>
                <a:lnTo>
                  <a:pt x="8708490" y="1141958"/>
                </a:lnTo>
                <a:lnTo>
                  <a:pt x="0" y="114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8" t="0" r="0" b="-68033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28616" y="6383673"/>
            <a:ext cx="29028710" cy="4028160"/>
            <a:chOff x="0" y="0"/>
            <a:chExt cx="38704947" cy="5370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899363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798727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06220" cy="5370880"/>
            </a:xfrm>
            <a:custGeom>
              <a:avLst/>
              <a:gdLst/>
              <a:ahLst/>
              <a:cxnLst/>
              <a:rect r="r" b="b" t="t" l="l"/>
              <a:pathLst>
                <a:path h="5370880" w="12906220">
                  <a:moveTo>
                    <a:pt x="0" y="0"/>
                  </a:moveTo>
                  <a:lnTo>
                    <a:pt x="12906220" y="0"/>
                  </a:lnTo>
                  <a:lnTo>
                    <a:pt x="12906220" y="5370880"/>
                  </a:lnTo>
                  <a:lnTo>
                    <a:pt x="0" y="53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3061" t="-104122" r="-2756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049594" y="-97052"/>
            <a:ext cx="8883833" cy="8883833"/>
          </a:xfrm>
          <a:custGeom>
            <a:avLst/>
            <a:gdLst/>
            <a:ahLst/>
            <a:cxnLst/>
            <a:rect r="r" b="b" t="t" l="l"/>
            <a:pathLst>
              <a:path h="8883833" w="8883833">
                <a:moveTo>
                  <a:pt x="0" y="0"/>
                </a:moveTo>
                <a:lnTo>
                  <a:pt x="8883833" y="0"/>
                </a:lnTo>
                <a:lnTo>
                  <a:pt x="8883833" y="8883833"/>
                </a:lnTo>
                <a:lnTo>
                  <a:pt x="0" y="8883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-2955777" y="6350467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91044">
            <a:off x="14252994" y="-2820751"/>
            <a:ext cx="7684417" cy="5907396"/>
          </a:xfrm>
          <a:custGeom>
            <a:avLst/>
            <a:gdLst/>
            <a:ahLst/>
            <a:cxnLst/>
            <a:rect r="r" b="b" t="t" l="l"/>
            <a:pathLst>
              <a:path h="5907396" w="7684417">
                <a:moveTo>
                  <a:pt x="0" y="0"/>
                </a:moveTo>
                <a:lnTo>
                  <a:pt x="7684418" y="0"/>
                </a:lnTo>
                <a:lnTo>
                  <a:pt x="7684418" y="5907396"/>
                </a:lnTo>
                <a:lnTo>
                  <a:pt x="0" y="59073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04926" y="2125917"/>
            <a:ext cx="7587048" cy="49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4"/>
              </a:lnSpc>
            </a:pPr>
            <a:r>
              <a:rPr lang="en-US" sz="21148" spc="-3891">
                <a:solidFill>
                  <a:srgbClr val="81B673"/>
                </a:solidFill>
                <a:latin typeface="Aliens and Cow"/>
                <a:ea typeface="Aliens and Cow"/>
                <a:cs typeface="Aliens and Cow"/>
                <a:sym typeface="Aliens and Cow"/>
              </a:rPr>
              <a:t>Jogo da</a:t>
            </a:r>
          </a:p>
          <a:p>
            <a:pPr algn="l">
              <a:lnSpc>
                <a:spcPts val="17764"/>
              </a:lnSpc>
            </a:pPr>
            <a:r>
              <a:rPr lang="en-US" sz="21148" spc="-3891">
                <a:solidFill>
                  <a:srgbClr val="81B673"/>
                </a:solidFill>
                <a:latin typeface="Aliens and Cow"/>
                <a:ea typeface="Aliens and Cow"/>
                <a:cs typeface="Aliens and Cow"/>
                <a:sym typeface="Aliens and Cow"/>
              </a:rPr>
              <a:t>velha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186521" y="2265784"/>
            <a:ext cx="5292797" cy="5286181"/>
          </a:xfrm>
          <a:custGeom>
            <a:avLst/>
            <a:gdLst/>
            <a:ahLst/>
            <a:cxnLst/>
            <a:rect r="r" b="b" t="t" l="l"/>
            <a:pathLst>
              <a:path h="5286181" w="5292797">
                <a:moveTo>
                  <a:pt x="0" y="0"/>
                </a:moveTo>
                <a:lnTo>
                  <a:pt x="5292797" y="0"/>
                </a:lnTo>
                <a:lnTo>
                  <a:pt x="5292797" y="5286181"/>
                </a:lnTo>
                <a:lnTo>
                  <a:pt x="0" y="5286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71359" y="6687109"/>
            <a:ext cx="6478041" cy="8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sz="631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That's all folks!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32919" y="9383985"/>
            <a:ext cx="5152023" cy="50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36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By: Everton Lourenço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DAG5Udk6NxU</dc:identifier>
  <dcterms:modified xsi:type="dcterms:W3CDTF">2011-08-01T06:04:30Z</dcterms:modified>
  <cp:revision>1</cp:revision>
  <dc:title>Jogo da velha</dc:title>
</cp:coreProperties>
</file>